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63" r:id="rId6"/>
    <p:sldId id="262" r:id="rId7"/>
    <p:sldId id="265" r:id="rId8"/>
    <p:sldId id="267" r:id="rId9"/>
    <p:sldId id="268" r:id="rId10"/>
    <p:sldId id="269" r:id="rId11"/>
    <p:sldId id="270" r:id="rId12"/>
    <p:sldId id="271" r:id="rId13"/>
    <p:sldId id="273" r:id="rId14"/>
    <p:sldId id="274" r:id="rId15"/>
    <p:sldId id="275" r:id="rId16"/>
    <p:sldId id="276" r:id="rId17"/>
    <p:sldId id="290" r:id="rId18"/>
    <p:sldId id="282" r:id="rId19"/>
    <p:sldId id="277" r:id="rId20"/>
    <p:sldId id="283" r:id="rId21"/>
    <p:sldId id="278" r:id="rId22"/>
    <p:sldId id="280" r:id="rId23"/>
    <p:sldId id="279" r:id="rId24"/>
    <p:sldId id="281" r:id="rId25"/>
    <p:sldId id="284" r:id="rId26"/>
    <p:sldId id="285" r:id="rId27"/>
    <p:sldId id="286" r:id="rId28"/>
    <p:sldId id="287" r:id="rId29"/>
    <p:sldId id="288" r:id="rId30"/>
    <p:sldId id="28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>
        <p:scale>
          <a:sx n="92" d="100"/>
          <a:sy n="92" d="100"/>
        </p:scale>
        <p:origin x="1701" y="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astian-explore-rse.streamlit.app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marL="0" lvl="0" indent="0">
              <a:buNone/>
            </a:pPr>
            <a:r>
              <a:t>Results for RSE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marL="0" lvl="0" indent="0">
              <a:buNone/>
            </a:pPr>
            <a:br/>
            <a:br/>
            <a:r>
              <a:t>Bastian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March 9.,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Primitive unitcell tiling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For interactive plot: </a:t>
            </a:r>
            <a:r>
              <a:rPr>
                <a:hlinkClick r:id="rId2"/>
              </a:rPr>
              <a:t>bastian-explore-rse.streamlit.app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702E7-0814-97CC-5AAA-C756B3346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31E74C-F5D3-C601-3558-B4E1990CF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1562E6A-1925-0D87-854D-F65FCD37C91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469C602-6024-6716-3551-B4DFAA4E5C24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2BE3E-2AB8-F949-218D-DE9DE390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C764-037A-1B3E-129B-CB3C75EFA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EA6A72-8CA8-0F9E-20A7-02B37B8A1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A55BDFF-C47E-72AE-03DB-1D32010456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360DD3C-B06F-241C-2D24-7B69C8F1A5D5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N=13</a:t>
            </a:r>
          </a:p>
        </p:txBody>
      </p:sp>
    </p:spTree>
    <p:extLst>
      <p:ext uri="{BB962C8B-B14F-4D97-AF65-F5344CB8AC3E}">
        <p14:creationId xmlns:p14="http://schemas.microsoft.com/office/powerpoint/2010/main" val="3142564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CB450-AB2D-F47B-ADFD-BB893968E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767A3-A77A-DF9E-F5FB-6F754CC17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5A97CB-1DFE-31C1-F337-96AE4EF2C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7BF0C09-A222-1A43-253F-A5064B8F39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8F6A0E8-1D5A-3A0D-F392-2E3AFC366CC0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N=17</a:t>
            </a:r>
          </a:p>
        </p:txBody>
      </p:sp>
    </p:spTree>
    <p:extLst>
      <p:ext uri="{BB962C8B-B14F-4D97-AF65-F5344CB8AC3E}">
        <p14:creationId xmlns:p14="http://schemas.microsoft.com/office/powerpoint/2010/main" val="463496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24FF4-A195-0FCB-6992-B74FD878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2A32-F898-87E5-E67E-5A244B0DA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CE91C6-3185-0076-335B-3932B020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0139DDF-9EB0-457A-631B-4568CED6377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384B2C4-B319-D19E-3EBB-280FCD473997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921654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1325A6-31AA-EC4D-C081-5A4E53CC73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Energy offset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395EDDC9-0583-6394-E60F-979B0C68E5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24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E5380-9CFE-606D-6DA8-12C1C43B5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09848-EA12-E957-511C-EE5BAB9CD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4F0573-114B-40D6-4065-FA8EE4908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E=-0.1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6618A16-8CC4-9884-8565-56E0638593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230F510-AFFB-2F8B-4040-566C28DA5BE4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N=9</a:t>
            </a:r>
          </a:p>
        </p:txBody>
      </p:sp>
    </p:spTree>
    <p:extLst>
      <p:ext uri="{BB962C8B-B14F-4D97-AF65-F5344CB8AC3E}">
        <p14:creationId xmlns:p14="http://schemas.microsoft.com/office/powerpoint/2010/main" val="1623612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55A89-10C2-15C9-CB13-0A6818878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AF23-745F-5147-966A-4E2756DDD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7C9C1-1E6B-E54A-DAC4-73DD2008B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E=-0.1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B8B063-CB49-CC8F-5B46-E45C14A6C4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2F657F9-80C2-AA64-93D9-9B6A4C9DD0D1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N=13</a:t>
            </a:r>
          </a:p>
        </p:txBody>
      </p:sp>
    </p:spTree>
    <p:extLst>
      <p:ext uri="{BB962C8B-B14F-4D97-AF65-F5344CB8AC3E}">
        <p14:creationId xmlns:p14="http://schemas.microsoft.com/office/powerpoint/2010/main" val="1037466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B798-81F3-7F56-0F53-C6D4A260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5F39C-29B5-E8F4-BFBD-F87AB3B4F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447C0-F0CE-EEBE-50A1-86DF6937F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E=-0.1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BFA6C5-14EE-C18C-D48D-26156EE473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C8C3659-A98B-DCB3-86C2-9E031D95938A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N=17</a:t>
            </a:r>
          </a:p>
        </p:txBody>
      </p:sp>
    </p:spTree>
    <p:extLst>
      <p:ext uri="{BB962C8B-B14F-4D97-AF65-F5344CB8AC3E}">
        <p14:creationId xmlns:p14="http://schemas.microsoft.com/office/powerpoint/2010/main" val="861368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767C8-12A0-3762-3406-AF721F32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4FE21-0E45-8CE0-F690-7A144355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6D5BAB-EA79-E356-9255-906077BC5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E=-0.1 eV, eta=10</a:t>
            </a:r>
            <a:r>
              <a:rPr lang="en-US" baseline="30000" dirty="0"/>
              <a:t>-3</a:t>
            </a:r>
            <a:r>
              <a:rPr lang="en-US" dirty="0"/>
              <a:t>, NN=4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734971-FB96-9CAB-8C4D-2375EBBAB01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8AAE1D-5245-5C4F-7996-52449963BC31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450797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6BBA5A5-1F8F-4ED9-1BF3-60D7BB661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Eta change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BA4400D1-6713-2C29-334E-AD2809E6C4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208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89914-9B64-2A85-D599-EDFC841B6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C298F-927F-BAD9-399F-5685E1D16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D5BEE-0840-949E-AC07-57BB6A0FE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NN=4, N=17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A665F5A-3988-D1FC-DBC9-7EBE3A2E5E7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92FAB36-3A53-CF4D-C328-EB398B51DEAC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, eta=10</a:t>
            </a:r>
            <a:r>
              <a:rPr lang="en-US" baseline="30000" dirty="0"/>
              <a:t>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558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E167-F3FC-B578-2040-24EFC3BDC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4B4A-9C22-8F99-DEF5-975F06770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5FEBBD-86E8-F5A6-6B43-606F7D653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NN=4, N=17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AD8B44A-646C-BA76-0176-6F7A71AD14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F3A7A9F-A278-6429-FEB8-45BA15784D7B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, eta=10</a:t>
            </a:r>
            <a:r>
              <a:rPr lang="en-US" baseline="30000" dirty="0"/>
              <a:t>-3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730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D2D3-CBC5-91E3-700A-598810A6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6A242-D235-196A-676A-34FEC50C7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FE345-152D-225E-D073-2C82A444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NN=4, N=17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4AABC8B-C57A-FAF7-6FEE-9EF1F87229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DE76A9F-1AE0-DA6D-C356-A0738C7F6D67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, eta=10</a:t>
            </a:r>
            <a:r>
              <a:rPr lang="en-US" baseline="30000" dirty="0"/>
              <a:t>-4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941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75C32-48C5-334C-E1B8-5564DFB7B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B665C-11C2-E486-B890-D50FF6B97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offset (</a:t>
            </a:r>
            <a:r>
              <a:rPr lang="en-US" dirty="0" err="1"/>
              <a:t>romb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28EAF-79CB-F27F-6D4A-E01DB1EF7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NN=4, N=17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E70527B-2696-0816-C36D-819BF483AC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0" y="2306166"/>
            <a:ext cx="9146530" cy="3896671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AB0CB9-695D-2509-A678-582F4AAEE41D}"/>
              </a:ext>
            </a:extLst>
          </p:cNvPr>
          <p:cNvSpPr txBox="1">
            <a:spLocks/>
          </p:cNvSpPr>
          <p:nvPr/>
        </p:nvSpPr>
        <p:spPr>
          <a:xfrm>
            <a:off x="4497388" y="1535113"/>
            <a:ext cx="4040188" cy="639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, eta=10</a:t>
            </a:r>
            <a:r>
              <a:rPr lang="en-US" baseline="30000" dirty="0"/>
              <a:t>-5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202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3F3B-6BEB-D82A-1F4C-172651A70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95" y="257045"/>
            <a:ext cx="3869703" cy="1143000"/>
          </a:xfrm>
        </p:spPr>
        <p:txBody>
          <a:bodyPr/>
          <a:lstStyle/>
          <a:p>
            <a:r>
              <a:rPr lang="en-US" dirty="0"/>
              <a:t>Performance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F678BA-A7DB-02AE-44FB-9BCDE3510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1360" y="1543639"/>
            <a:ext cx="5252640" cy="5246016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70DF74A-373A-484C-9D5D-C93849128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030718" cy="256644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662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42990F7-FDA5-0C94-A608-69F719BA7A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RSE for armchair + zigzag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91C8F23-4878-D975-ED4B-AB5584C19A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06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A4AE-D5D2-73BB-94BE-F42EC6BAC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89308-F388-0EBE-CDB5-936864ED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DD8F18-A375-58BE-BB15-BEC4F029EB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829709-132E-789C-A55C-1C7C8D149A8F}"/>
              </a:ext>
            </a:extLst>
          </p:cNvPr>
          <p:cNvCxnSpPr>
            <a:cxnSpLocks/>
          </p:cNvCxnSpPr>
          <p:nvPr/>
        </p:nvCxnSpPr>
        <p:spPr>
          <a:xfrm flipH="1">
            <a:off x="3487918" y="3429000"/>
            <a:ext cx="1009470" cy="32286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26CE67-F6E8-D56C-23B7-0D8CFCF849C6}"/>
              </a:ext>
            </a:extLst>
          </p:cNvPr>
          <p:cNvCxnSpPr>
            <a:cxnSpLocks/>
          </p:cNvCxnSpPr>
          <p:nvPr/>
        </p:nvCxnSpPr>
        <p:spPr>
          <a:xfrm>
            <a:off x="4920792" y="3429000"/>
            <a:ext cx="1443872" cy="4634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2A08D2F-F017-8997-3124-D4D9A602A945}"/>
              </a:ext>
            </a:extLst>
          </p:cNvPr>
          <p:cNvSpPr txBox="1"/>
          <p:nvPr/>
        </p:nvSpPr>
        <p:spPr>
          <a:xfrm>
            <a:off x="3973800" y="2951260"/>
            <a:ext cx="153145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Armchair side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804C835-BA0D-2C71-E804-1BAF98ACBCC8}"/>
              </a:ext>
            </a:extLst>
          </p:cNvPr>
          <p:cNvCxnSpPr>
            <a:cxnSpLocks/>
          </p:cNvCxnSpPr>
          <p:nvPr/>
        </p:nvCxnSpPr>
        <p:spPr>
          <a:xfrm>
            <a:off x="2851608" y="4666266"/>
            <a:ext cx="3440784" cy="0"/>
          </a:xfrm>
          <a:prstGeom prst="straightConnector1">
            <a:avLst/>
          </a:prstGeom>
          <a:ln w="762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01597F-1918-F15A-BC4C-27C14EC6F7FF}"/>
              </a:ext>
            </a:extLst>
          </p:cNvPr>
          <p:cNvSpPr txBox="1"/>
          <p:nvPr/>
        </p:nvSpPr>
        <p:spPr>
          <a:xfrm>
            <a:off x="3731661" y="4771484"/>
            <a:ext cx="1531454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Transport direction</a:t>
            </a:r>
          </a:p>
        </p:txBody>
      </p:sp>
    </p:spTree>
    <p:extLst>
      <p:ext uri="{BB962C8B-B14F-4D97-AF65-F5344CB8AC3E}">
        <p14:creationId xmlns:p14="http://schemas.microsoft.com/office/powerpoint/2010/main" val="1649264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2453D-AD00-59CD-AEA3-B016893D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89EC4-A883-F31F-13B4-761F8EF03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DBB14-CEEB-572E-F017-C93FAA06B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118FCE5-CCE0-1F0B-11E4-83B24D8285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18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7D3CE-881B-BD7C-6424-14C927D3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FB5-63A8-CBEC-12CE-7E8368F07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22D6D-F3F3-EB1F-5759-E96370905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-2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D3CD148-971B-0058-3FED-042AEA328B3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84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7FA2B-24A3-B4FB-34FD-D34A0C7B2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A9D57-2195-79D8-D724-FDB5DAA41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15AAA-E66F-B00D-42ED-50F52A5DC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-3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2618EEA-1A1E-E16F-18A0-045C622718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2989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7A3BF-FCAA-CB37-B20A-FD917387F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B13A-4E89-97FE-3A85-094CAFA3E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DC2EB7-2DA2-204E-34ED-1920D0167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-4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67D5A69-E5A7-1E96-79B4-23F9FA41C82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827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2BA-46DF-C60E-0A56-6675EA93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92C2F-D1CB-4640-9737-82870B6FC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04260A-DB7E-C9FB-3CD6-0FE5E8329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N=8,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BD9C6A-27E5-A9F5-59BF-0F94AC0186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4168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AC3D201-B5FA-60C8-E5E6-2A323F7EDB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Armchair vs zig-zag (N=12)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32303070-4748-BAA5-03C1-F155A420A8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95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92920-C10C-FF22-1FAA-91D6B5B9D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22F95-68CC-F06C-669E-83768889B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D684C-80F2-3C0D-89E5-98A469C84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-1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38C61AC-F557-BC10-7A2F-B0F16317D1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173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B4AB8-F968-240F-B5F1-16A4B190C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17E4-112E-0BF2-BF3E-180C36D20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2D745-B147-ABF8-4CB3-2C6402694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-2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455E437-0CEA-2B3C-6810-7E4C46FFE78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443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047D-F24D-F699-E718-191B951B4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D33A-8360-D160-B404-1FB095AD9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77DB9-9C7B-8C2D-FA39-C25F70DDE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-3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3384C14-A0D2-0AD0-C881-E6353C2B961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29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69C1-2B0A-6B69-5D60-60B15FC32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8CF1C-C7D2-0D18-A5EF-4AE6B6D9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F7AEB-0B72-1E29-C7AE-7BDDAC29E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-4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3B756B-FB12-F779-74F7-D0E4239DDA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255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CABF4-AF11-BC62-10F9-ED5DCDAFF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DE44-5411-9A84-7392-3CBA3525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Armchair vs zigzag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B1CF9-AAD4-54E2-346C-F1664288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E=0 eV, N=12, eta=10</a:t>
            </a:r>
            <a:r>
              <a:rPr lang="en-US" baseline="30000" dirty="0"/>
              <a:t>-5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D4D30D6-EBED-C04D-CB28-FA8982927D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500423" y="2283283"/>
            <a:ext cx="7993930" cy="457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727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452</Words>
  <Application>Microsoft Office PowerPoint</Application>
  <PresentationFormat>On-screen Show (4:3)</PresentationFormat>
  <Paragraphs>70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Results for RSE</vt:lpstr>
      <vt:lpstr>Primitive unitcell tiling</vt:lpstr>
      <vt:lpstr>Default (romb)</vt:lpstr>
      <vt:lpstr>Default (romb)</vt:lpstr>
      <vt:lpstr>Default (romb)</vt:lpstr>
      <vt:lpstr>Default (romb)</vt:lpstr>
      <vt:lpstr>Energy offset</vt:lpstr>
      <vt:lpstr>Energy offset (romb)</vt:lpstr>
      <vt:lpstr>Energy offset (romb)</vt:lpstr>
      <vt:lpstr>Energy offset (romb)</vt:lpstr>
      <vt:lpstr>Energy offset (romb)</vt:lpstr>
      <vt:lpstr>Eta change (romb)</vt:lpstr>
      <vt:lpstr>Energy offset (romb)</vt:lpstr>
      <vt:lpstr>Energy offset (romb)</vt:lpstr>
      <vt:lpstr>Energy offset (romb)</vt:lpstr>
      <vt:lpstr>Energy offset (romb)</vt:lpstr>
      <vt:lpstr>Performance</vt:lpstr>
      <vt:lpstr>RSE for armchair + zigzag</vt:lpstr>
      <vt:lpstr>Armchair vs zigzag</vt:lpstr>
      <vt:lpstr>Armchair vs zigzag</vt:lpstr>
      <vt:lpstr>Armchair vs zigzag</vt:lpstr>
      <vt:lpstr>Armchair vs zigzag</vt:lpstr>
      <vt:lpstr>Armchair vs zigzag</vt:lpstr>
      <vt:lpstr>Armchair vs zigzag</vt:lpstr>
      <vt:lpstr>Armchair vs zig-zag (N=12)</vt:lpstr>
      <vt:lpstr>Armchair vs zigzag</vt:lpstr>
      <vt:lpstr>Armchair vs zigzag</vt:lpstr>
      <vt:lpstr>Armchair vs zigzag</vt:lpstr>
      <vt:lpstr>Armchair vs zigzag</vt:lpstr>
      <vt:lpstr>Armchair vs zigzag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Results for RSE</dc:title>
  <dc:creator>Bastian</dc:creator>
  <cp:keywords/>
  <cp:lastModifiedBy>Bastian Valhøj Kristensen</cp:lastModifiedBy>
  <cp:revision>6</cp:revision>
  <dcterms:created xsi:type="dcterms:W3CDTF">2026-03-08T15:20:22Z</dcterms:created>
  <dcterms:modified xsi:type="dcterms:W3CDTF">2026-03-08T16:01:16Z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March 9., 2026</vt:lpwstr>
  </property>
</Properties>
</file>