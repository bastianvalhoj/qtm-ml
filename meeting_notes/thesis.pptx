
<file path=[Content_Types].xml><?xml version="1.0" encoding="utf-8"?>
<Types xmlns="http://schemas.openxmlformats.org/package/2006/content-types">
  <Default Extension="gif" ContentType="image/gif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customXml/itemProps4.xml" ContentType="application/vnd.openxmlformats-officedocument.customXmlProperties+xml"/>
  <Override PartName="/customXml/itemProps5.xml" ContentType="application/vnd.openxmlformats-officedocument.customXmlProperties+xml"/>
  <Override PartName="/customXml/itemProps6.xml" ContentType="application/vnd.openxmlformats-officedocument.customXmlProperties+xml"/>
  <Override PartName="/customXml/itemProps7.xml" ContentType="application/vnd.openxmlformats-officedocument.customXmlProperties+xml"/>
  <Override PartName="/customXml/itemProps8.xml" ContentType="application/vnd.openxmlformats-officedocument.customXmlProperties+xml"/>
  <Override PartName="/customXml/itemProps9.xml" ContentType="application/vnd.openxmlformats-officedocument.customXmlProperties+xml"/>
  <Override PartName="/customXml/itemProps10.xml" ContentType="application/vnd.openxmlformats-officedocument.customXmlProperties+xml"/>
  <Override PartName="/customXml/itemProps11.xml" ContentType="application/vnd.openxmlformats-officedocument.customXmlProperties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ags/tag2.xml" ContentType="application/vnd.openxmlformats-officedocument.presentationml.tags+xml"/>
  <Override PartName="/ppt/tags/tag3.xml" ContentType="application/vnd.openxmlformats-officedocument.presentationml.tags+xml"/>
  <Override PartName="/ppt/tags/tag4.xml" ContentType="application/vnd.openxmlformats-officedocument.presentationml.tags+xml"/>
  <Override PartName="/ppt/tags/tag5.xml" ContentType="application/vnd.openxmlformats-officedocument.presentationml.tags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trictFirstAndLastChars="0" saveSubsetFonts="1">
  <p:sldMasterIdLst>
    <p:sldMasterId id="2147483662" r:id="rId12"/>
  </p:sldMasterIdLst>
  <p:notesMasterIdLst>
    <p:notesMasterId r:id="rId22"/>
  </p:notesMasterIdLst>
  <p:handoutMasterIdLst>
    <p:handoutMasterId r:id="rId23"/>
  </p:handoutMasterIdLst>
  <p:sldIdLst>
    <p:sldId id="256" r:id="rId13"/>
    <p:sldId id="260" r:id="rId14"/>
    <p:sldId id="257" r:id="rId15"/>
    <p:sldId id="261" r:id="rId16"/>
    <p:sldId id="262" r:id="rId17"/>
    <p:sldId id="263" r:id="rId18"/>
    <p:sldId id="267" r:id="rId19"/>
    <p:sldId id="264" r:id="rId20"/>
    <p:sldId id="266" r:id="rId21"/>
  </p:sldIdLst>
  <p:sldSz cx="12190413" cy="6858000"/>
  <p:notesSz cx="6858000" cy="9144000"/>
  <p:custDataLst>
    <p:tags r:id="rId24"/>
  </p:custDataLst>
  <p:defaultTextStyle>
    <a:defPPr>
      <a:defRPr lang="da-DK"/>
    </a:defPPr>
    <a:lvl1pPr algn="l" rtl="0" fontAlgn="base">
      <a:spcBef>
        <a:spcPct val="50000"/>
      </a:spcBef>
      <a:spcAft>
        <a:spcPct val="0"/>
      </a:spcAft>
      <a:defRPr sz="1600" kern="1200">
        <a:solidFill>
          <a:schemeClr val="tx1"/>
        </a:solidFill>
        <a:latin typeface="Verdana" pitchFamily="34" charset="0"/>
        <a:ea typeface="ＭＳ Ｐゴシック" pitchFamily="-80" charset="-128"/>
        <a:cs typeface="+mn-cs"/>
      </a:defRPr>
    </a:lvl1pPr>
    <a:lvl2pPr marL="457200" algn="l" rtl="0" fontAlgn="base">
      <a:spcBef>
        <a:spcPct val="50000"/>
      </a:spcBef>
      <a:spcAft>
        <a:spcPct val="0"/>
      </a:spcAft>
      <a:defRPr sz="1600" kern="1200">
        <a:solidFill>
          <a:schemeClr val="tx1"/>
        </a:solidFill>
        <a:latin typeface="Verdana" pitchFamily="34" charset="0"/>
        <a:ea typeface="ＭＳ Ｐゴシック" pitchFamily="-80" charset="-128"/>
        <a:cs typeface="+mn-cs"/>
      </a:defRPr>
    </a:lvl2pPr>
    <a:lvl3pPr marL="914400" algn="l" rtl="0" fontAlgn="base">
      <a:spcBef>
        <a:spcPct val="50000"/>
      </a:spcBef>
      <a:spcAft>
        <a:spcPct val="0"/>
      </a:spcAft>
      <a:defRPr sz="1600" kern="1200">
        <a:solidFill>
          <a:schemeClr val="tx1"/>
        </a:solidFill>
        <a:latin typeface="Verdana" pitchFamily="34" charset="0"/>
        <a:ea typeface="ＭＳ Ｐゴシック" pitchFamily="-80" charset="-128"/>
        <a:cs typeface="+mn-cs"/>
      </a:defRPr>
    </a:lvl3pPr>
    <a:lvl4pPr marL="1371600" algn="l" rtl="0" fontAlgn="base">
      <a:spcBef>
        <a:spcPct val="50000"/>
      </a:spcBef>
      <a:spcAft>
        <a:spcPct val="0"/>
      </a:spcAft>
      <a:defRPr sz="1600" kern="1200">
        <a:solidFill>
          <a:schemeClr val="tx1"/>
        </a:solidFill>
        <a:latin typeface="Verdana" pitchFamily="34" charset="0"/>
        <a:ea typeface="ＭＳ Ｐゴシック" pitchFamily="-80" charset="-128"/>
        <a:cs typeface="+mn-cs"/>
      </a:defRPr>
    </a:lvl4pPr>
    <a:lvl5pPr marL="1828800" algn="l" rtl="0" fontAlgn="base">
      <a:spcBef>
        <a:spcPct val="50000"/>
      </a:spcBef>
      <a:spcAft>
        <a:spcPct val="0"/>
      </a:spcAft>
      <a:defRPr sz="1600" kern="1200">
        <a:solidFill>
          <a:schemeClr val="tx1"/>
        </a:solidFill>
        <a:latin typeface="Verdana" pitchFamily="34" charset="0"/>
        <a:ea typeface="ＭＳ Ｐゴシック" pitchFamily="-80" charset="-128"/>
        <a:cs typeface="+mn-cs"/>
      </a:defRPr>
    </a:lvl5pPr>
    <a:lvl6pPr marL="2286000" algn="l" defTabSz="914400" rtl="0" eaLnBrk="1" latinLnBrk="0" hangingPunct="1">
      <a:defRPr sz="1600" kern="1200">
        <a:solidFill>
          <a:schemeClr val="tx1"/>
        </a:solidFill>
        <a:latin typeface="Verdana" pitchFamily="34" charset="0"/>
        <a:ea typeface="ＭＳ Ｐゴシック" pitchFamily="-80" charset="-128"/>
        <a:cs typeface="+mn-cs"/>
      </a:defRPr>
    </a:lvl6pPr>
    <a:lvl7pPr marL="2743200" algn="l" defTabSz="914400" rtl="0" eaLnBrk="1" latinLnBrk="0" hangingPunct="1">
      <a:defRPr sz="1600" kern="1200">
        <a:solidFill>
          <a:schemeClr val="tx1"/>
        </a:solidFill>
        <a:latin typeface="Verdana" pitchFamily="34" charset="0"/>
        <a:ea typeface="ＭＳ Ｐゴシック" pitchFamily="-80" charset="-128"/>
        <a:cs typeface="+mn-cs"/>
      </a:defRPr>
    </a:lvl7pPr>
    <a:lvl8pPr marL="3200400" algn="l" defTabSz="914400" rtl="0" eaLnBrk="1" latinLnBrk="0" hangingPunct="1">
      <a:defRPr sz="1600" kern="1200">
        <a:solidFill>
          <a:schemeClr val="tx1"/>
        </a:solidFill>
        <a:latin typeface="Verdana" pitchFamily="34" charset="0"/>
        <a:ea typeface="ＭＳ Ｐゴシック" pitchFamily="-80" charset="-128"/>
        <a:cs typeface="+mn-cs"/>
      </a:defRPr>
    </a:lvl8pPr>
    <a:lvl9pPr marL="3657600" algn="l" defTabSz="914400" rtl="0" eaLnBrk="1" latinLnBrk="0" hangingPunct="1">
      <a:defRPr sz="1600" kern="1200">
        <a:solidFill>
          <a:schemeClr val="tx1"/>
        </a:solidFill>
        <a:latin typeface="Verdana" pitchFamily="34" charset="0"/>
        <a:ea typeface="ＭＳ Ｐゴシック" pitchFamily="-80" charset="-128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Default Section" id="{7BCE9E6B-F3C6-42B2-BCF2-26CC7B6F0665}">
          <p14:sldIdLst>
            <p14:sldId id="256"/>
            <p14:sldId id="260"/>
            <p14:sldId id="257"/>
            <p14:sldId id="261"/>
            <p14:sldId id="262"/>
            <p14:sldId id="263"/>
            <p14:sldId id="267"/>
            <p14:sldId id="264"/>
            <p14:sldId id="266"/>
          </p14:sldIdLst>
        </p14:section>
      </p14:sectionLst>
    </p:ext>
    <p:ext uri="{EFAFB233-063F-42B5-8137-9DF3F51BA10A}">
      <p15:sldGuideLst xmlns:p15="http://schemas.microsoft.com/office/powerpoint/2012/main"/>
    </p:ext>
    <p:ext uri="{2D200454-40CA-4A62-9FC3-DE9A4176ACB9}">
      <p15:notes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79238E"/>
    <a:srgbClr val="008737"/>
    <a:srgbClr val="F7BCB3"/>
    <a:srgbClr val="FC7634"/>
    <a:srgbClr val="F6D04D"/>
    <a:srgbClr val="171748"/>
    <a:srgbClr val="1FD082"/>
    <a:srgbClr val="2F3EEA"/>
    <a:srgbClr val="FFFFFF"/>
    <a:srgbClr val="990000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073A0DAA-6AF3-43AB-8588-CEC1D06C72B9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93296810-A885-4BE3-A3E7-6D5BEEA58F35}" styleName="Medium Style 2 - Accent 6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6">
              <a:tint val="20000"/>
            </a:schemeClr>
          </a:solidFill>
        </a:fill>
      </a:tcStyle>
    </a:wholeTbl>
    <a:band1H>
      <a:tcStyle>
        <a:tcBdr/>
        <a:fill>
          <a:solidFill>
            <a:schemeClr val="accent6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6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6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6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6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6"/>
          </a:solidFill>
        </a:fill>
      </a:tcStyle>
    </a:firstRow>
  </a:tblStyle>
  <a:tblStyle styleId="{073A0DAA-6AF3-43AB-8588-CEC1D06C72B9}" styleName="Medium Style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dk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4995" autoAdjust="0"/>
    <p:restoredTop sz="95976" autoAdjust="0"/>
  </p:normalViewPr>
  <p:slideViewPr>
    <p:cSldViewPr showGuides="1">
      <p:cViewPr>
        <p:scale>
          <a:sx n="113" d="100"/>
          <a:sy n="113" d="100"/>
        </p:scale>
        <p:origin x="510" y="84"/>
      </p:cViewPr>
      <p:guideLst/>
    </p:cSldViewPr>
  </p:slideViewPr>
  <p:notesTextViewPr>
    <p:cViewPr>
      <p:scale>
        <a:sx n="100" d="100"/>
        <a:sy n="100" d="100"/>
      </p:scale>
      <p:origin x="0" y="0"/>
    </p:cViewPr>
  </p:notesTextViewPr>
  <p:notesViewPr>
    <p:cSldViewPr showGuides="1">
      <p:cViewPr varScale="1">
        <p:scale>
          <a:sx n="66" d="100"/>
          <a:sy n="66" d="100"/>
        </p:scale>
        <p:origin x="0" y="0"/>
      </p:cViewPr>
      <p:guideLst/>
    </p:cSldViewPr>
  </p:notes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customXml" Target="../customXml/item8.xml"/><Relationship Id="rId13" Type="http://schemas.openxmlformats.org/officeDocument/2006/relationships/slide" Target="slides/slide1.xml"/><Relationship Id="rId18" Type="http://schemas.openxmlformats.org/officeDocument/2006/relationships/slide" Target="slides/slide6.xml"/><Relationship Id="rId26" Type="http://schemas.openxmlformats.org/officeDocument/2006/relationships/viewProps" Target="viewProps.xml"/><Relationship Id="rId3" Type="http://schemas.openxmlformats.org/officeDocument/2006/relationships/customXml" Target="../customXml/item3.xml"/><Relationship Id="rId21" Type="http://schemas.openxmlformats.org/officeDocument/2006/relationships/slide" Target="slides/slide9.xml"/><Relationship Id="rId7" Type="http://schemas.openxmlformats.org/officeDocument/2006/relationships/customXml" Target="../customXml/item7.xml"/><Relationship Id="rId12" Type="http://schemas.openxmlformats.org/officeDocument/2006/relationships/slideMaster" Target="slideMasters/slideMaster1.xml"/><Relationship Id="rId17" Type="http://schemas.openxmlformats.org/officeDocument/2006/relationships/slide" Target="slides/slide5.xml"/><Relationship Id="rId25" Type="http://schemas.openxmlformats.org/officeDocument/2006/relationships/presProps" Target="presProps.xml"/><Relationship Id="rId2" Type="http://schemas.openxmlformats.org/officeDocument/2006/relationships/customXml" Target="../customXml/item2.xml"/><Relationship Id="rId16" Type="http://schemas.openxmlformats.org/officeDocument/2006/relationships/slide" Target="slides/slide4.xml"/><Relationship Id="rId20" Type="http://schemas.openxmlformats.org/officeDocument/2006/relationships/slide" Target="slides/slide8.xml"/><Relationship Id="rId1" Type="http://schemas.openxmlformats.org/officeDocument/2006/relationships/customXml" Target="../customXml/item1.xml"/><Relationship Id="rId6" Type="http://schemas.openxmlformats.org/officeDocument/2006/relationships/customXml" Target="../customXml/item6.xml"/><Relationship Id="rId11" Type="http://schemas.openxmlformats.org/officeDocument/2006/relationships/customXml" Target="../customXml/item11.xml"/><Relationship Id="rId24" Type="http://schemas.openxmlformats.org/officeDocument/2006/relationships/tags" Target="tags/tag1.xml"/><Relationship Id="rId5" Type="http://schemas.openxmlformats.org/officeDocument/2006/relationships/customXml" Target="../customXml/item5.xml"/><Relationship Id="rId15" Type="http://schemas.openxmlformats.org/officeDocument/2006/relationships/slide" Target="slides/slide3.xml"/><Relationship Id="rId23" Type="http://schemas.openxmlformats.org/officeDocument/2006/relationships/handoutMaster" Target="handoutMasters/handoutMaster1.xml"/><Relationship Id="rId28" Type="http://schemas.openxmlformats.org/officeDocument/2006/relationships/tableStyles" Target="tableStyles.xml"/><Relationship Id="rId10" Type="http://schemas.openxmlformats.org/officeDocument/2006/relationships/customXml" Target="../customXml/item10.xml"/><Relationship Id="rId19" Type="http://schemas.openxmlformats.org/officeDocument/2006/relationships/slide" Target="slides/slide7.xml"/><Relationship Id="rId4" Type="http://schemas.openxmlformats.org/officeDocument/2006/relationships/customXml" Target="../customXml/item4.xml"/><Relationship Id="rId9" Type="http://schemas.openxmlformats.org/officeDocument/2006/relationships/customXml" Target="../customXml/item9.xml"/><Relationship Id="rId14" Type="http://schemas.openxmlformats.org/officeDocument/2006/relationships/slide" Target="slides/slide2.xml"/><Relationship Id="rId22" Type="http://schemas.openxmlformats.org/officeDocument/2006/relationships/notesMaster" Target="notesMasters/notesMaster1.xml"/><Relationship Id="rId27" Type="http://schemas.openxmlformats.org/officeDocument/2006/relationships/theme" Target="theme/theme1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490" name="Rectangle 2"/>
          <p:cNvSpPr>
            <a:spLocks noGrp="1" noChangeArrowheads="1"/>
          </p:cNvSpPr>
          <p:nvPr>
            <p:ph type="hdr" sz="quarter"/>
          </p:nvPr>
        </p:nvSpPr>
        <p:spPr bwMode="auto">
          <a:xfrm>
            <a:off x="0" y="0"/>
            <a:ext cx="2971800" cy="4572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 eaLnBrk="0" hangingPunct="0">
              <a:spcBef>
                <a:spcPct val="0"/>
              </a:spcBef>
              <a:defRPr sz="1200"/>
            </a:lvl1pPr>
          </a:lstStyle>
          <a:p>
            <a:endParaRPr lang="da-DK" dirty="0">
              <a:latin typeface="Arial" panose="020B0604020202020204" pitchFamily="34" charset="0"/>
            </a:endParaRPr>
          </a:p>
        </p:txBody>
      </p:sp>
      <p:sp>
        <p:nvSpPr>
          <p:cNvPr id="63491" name="Rectangle 3"/>
          <p:cNvSpPr>
            <a:spLocks noGrp="1" noChangeArrowheads="1"/>
          </p:cNvSpPr>
          <p:nvPr>
            <p:ph type="dt" sz="quarter" idx="1"/>
          </p:nvPr>
        </p:nvSpPr>
        <p:spPr bwMode="auto">
          <a:xfrm>
            <a:off x="3884613" y="0"/>
            <a:ext cx="2971800" cy="4572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 algn="r" eaLnBrk="0" hangingPunct="0">
              <a:spcBef>
                <a:spcPct val="0"/>
              </a:spcBef>
              <a:defRPr sz="1200"/>
            </a:lvl1pPr>
          </a:lstStyle>
          <a:p>
            <a:endParaRPr lang="da-DK" dirty="0">
              <a:latin typeface="Arial" panose="020B0604020202020204" pitchFamily="34" charset="0"/>
            </a:endParaRPr>
          </a:p>
        </p:txBody>
      </p:sp>
      <p:sp>
        <p:nvSpPr>
          <p:cNvPr id="63492" name="Rectangle 4"/>
          <p:cNvSpPr>
            <a:spLocks noGrp="1" noChangeArrowheads="1"/>
          </p:cNvSpPr>
          <p:nvPr>
            <p:ph type="ftr" sz="quarter" idx="2"/>
          </p:nvPr>
        </p:nvSpPr>
        <p:spPr bwMode="auto">
          <a:xfrm>
            <a:off x="0" y="8685213"/>
            <a:ext cx="2971800" cy="4572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b" anchorCtr="0" compatLnSpc="1">
            <a:prstTxWarp prst="textNoShape">
              <a:avLst/>
            </a:prstTxWarp>
          </a:bodyPr>
          <a:lstStyle>
            <a:lvl1pPr eaLnBrk="0" hangingPunct="0">
              <a:spcBef>
                <a:spcPct val="0"/>
              </a:spcBef>
              <a:defRPr sz="1200"/>
            </a:lvl1pPr>
          </a:lstStyle>
          <a:p>
            <a:endParaRPr lang="da-DK" dirty="0">
              <a:latin typeface="Arial" panose="020B0604020202020204" pitchFamily="34" charset="0"/>
            </a:endParaRPr>
          </a:p>
        </p:txBody>
      </p:sp>
      <p:sp>
        <p:nvSpPr>
          <p:cNvPr id="63493" name="Rectangle 5"/>
          <p:cNvSpPr>
            <a:spLocks noGrp="1" noChangeArrowheads="1"/>
          </p:cNvSpPr>
          <p:nvPr>
            <p:ph type="sldNum" sz="quarter" idx="3"/>
          </p:nvPr>
        </p:nvSpPr>
        <p:spPr bwMode="auto">
          <a:xfrm>
            <a:off x="3884613" y="8685213"/>
            <a:ext cx="2971800" cy="4572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b" anchorCtr="0" compatLnSpc="1">
            <a:prstTxWarp prst="textNoShape">
              <a:avLst/>
            </a:prstTxWarp>
          </a:bodyPr>
          <a:lstStyle>
            <a:lvl1pPr algn="r" eaLnBrk="0" hangingPunct="0">
              <a:spcBef>
                <a:spcPct val="0"/>
              </a:spcBef>
              <a:defRPr sz="1200"/>
            </a:lvl1pPr>
          </a:lstStyle>
          <a:p>
            <a:fld id="{491ECFBD-4A0D-4BCF-98A8-E205F44719BF}" type="slidenum">
              <a:rPr lang="da-DK" smtClean="0">
                <a:latin typeface="Arial" panose="020B0604020202020204" pitchFamily="34" charset="0"/>
              </a:rPr>
              <a:pPr/>
              <a:t>‹#›</a:t>
            </a:fld>
            <a:endParaRPr lang="da-DK" dirty="0"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372809948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4" name="Rectangle 2"/>
          <p:cNvSpPr>
            <a:spLocks noGrp="1" noChangeArrowheads="1"/>
          </p:cNvSpPr>
          <p:nvPr>
            <p:ph type="hdr" sz="quarter"/>
          </p:nvPr>
        </p:nvSpPr>
        <p:spPr bwMode="auto">
          <a:xfrm>
            <a:off x="0" y="0"/>
            <a:ext cx="2971800" cy="4572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 eaLnBrk="0" hangingPunct="0">
              <a:spcBef>
                <a:spcPct val="0"/>
              </a:spcBef>
              <a:defRPr sz="1200">
                <a:latin typeface="Arial" panose="020B0604020202020204" pitchFamily="34" charset="0"/>
              </a:defRPr>
            </a:lvl1pPr>
          </a:lstStyle>
          <a:p>
            <a:endParaRPr lang="da-DK" dirty="0"/>
          </a:p>
        </p:txBody>
      </p:sp>
      <p:sp>
        <p:nvSpPr>
          <p:cNvPr id="3075" name="Rectangle 3"/>
          <p:cNvSpPr>
            <a:spLocks noGrp="1" noChangeArrowheads="1"/>
          </p:cNvSpPr>
          <p:nvPr>
            <p:ph type="dt" idx="1"/>
          </p:nvPr>
        </p:nvSpPr>
        <p:spPr bwMode="auto">
          <a:xfrm>
            <a:off x="3886200" y="0"/>
            <a:ext cx="2971800" cy="4572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 algn="r" eaLnBrk="0" hangingPunct="0">
              <a:spcBef>
                <a:spcPct val="0"/>
              </a:spcBef>
              <a:defRPr sz="1200">
                <a:latin typeface="Arial" panose="020B0604020202020204" pitchFamily="34" charset="0"/>
              </a:defRPr>
            </a:lvl1pPr>
          </a:lstStyle>
          <a:p>
            <a:endParaRPr lang="da-DK" dirty="0"/>
          </a:p>
        </p:txBody>
      </p:sp>
      <p:sp>
        <p:nvSpPr>
          <p:cNvPr id="3076" name="Rectangle 4"/>
          <p:cNvSpPr>
            <a:spLocks noGrp="1" noRot="1" noChangeAspect="1" noChangeArrowheads="1" noTextEdit="1"/>
          </p:cNvSpPr>
          <p:nvPr>
            <p:ph type="sldImg" idx="2"/>
          </p:nvPr>
        </p:nvSpPr>
        <p:spPr bwMode="auto">
          <a:xfrm>
            <a:off x="382588" y="685800"/>
            <a:ext cx="6092825" cy="3429000"/>
          </a:xfrm>
          <a:prstGeom prst="rect">
            <a:avLst/>
          </a:prstGeom>
          <a:noFill/>
          <a:ln w="9525">
            <a:solidFill>
              <a:srgbClr val="000000"/>
            </a:solidFill>
            <a:miter lim="800000"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808080"/>
                  </a:outerShdw>
                </a:effectLst>
              </a14:hiddenEffects>
            </a:ext>
            <a:ext uri="{53640926-AAD7-44D8-BBD7-CCE9431645EC}">
              <a14:shadowObscured xmlns:a14="http://schemas.microsoft.com/office/drawing/2010/main" val="1"/>
            </a:ext>
          </a:extLst>
        </p:spPr>
      </p:sp>
      <p:sp>
        <p:nvSpPr>
          <p:cNvPr id="3077" name="Rectangle 5"/>
          <p:cNvSpPr>
            <a:spLocks noGrp="1" noChangeArrowheads="1"/>
          </p:cNvSpPr>
          <p:nvPr>
            <p:ph type="body" sz="quarter" idx="3"/>
          </p:nvPr>
        </p:nvSpPr>
        <p:spPr bwMode="auto">
          <a:xfrm>
            <a:off x="914400" y="4343400"/>
            <a:ext cx="5029200" cy="41148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lvl="0"/>
            <a:r>
              <a:rPr lang="da-DK" dirty="0" err="1"/>
              <a:t>Click</a:t>
            </a:r>
            <a:r>
              <a:rPr lang="da-DK" dirty="0"/>
              <a:t> to </a:t>
            </a:r>
            <a:r>
              <a:rPr lang="da-DK" dirty="0" err="1"/>
              <a:t>edit</a:t>
            </a:r>
            <a:r>
              <a:rPr lang="da-DK" dirty="0"/>
              <a:t> Master </a:t>
            </a:r>
            <a:r>
              <a:rPr lang="da-DK" dirty="0" err="1"/>
              <a:t>text</a:t>
            </a:r>
            <a:r>
              <a:rPr lang="da-DK" dirty="0"/>
              <a:t> </a:t>
            </a:r>
            <a:r>
              <a:rPr lang="da-DK" dirty="0" err="1"/>
              <a:t>styles</a:t>
            </a:r>
            <a:endParaRPr lang="da-DK" dirty="0"/>
          </a:p>
          <a:p>
            <a:pPr lvl="1"/>
            <a:r>
              <a:rPr lang="da-DK" dirty="0"/>
              <a:t>Second </a:t>
            </a:r>
            <a:r>
              <a:rPr lang="da-DK" dirty="0" err="1"/>
              <a:t>level</a:t>
            </a:r>
            <a:endParaRPr lang="da-DK" dirty="0"/>
          </a:p>
          <a:p>
            <a:pPr lvl="2"/>
            <a:r>
              <a:rPr lang="da-DK" dirty="0"/>
              <a:t>Third </a:t>
            </a:r>
            <a:r>
              <a:rPr lang="da-DK" dirty="0" err="1"/>
              <a:t>level</a:t>
            </a:r>
            <a:endParaRPr lang="da-DK" dirty="0"/>
          </a:p>
          <a:p>
            <a:pPr lvl="3"/>
            <a:r>
              <a:rPr lang="da-DK" dirty="0" err="1"/>
              <a:t>Fourth</a:t>
            </a:r>
            <a:r>
              <a:rPr lang="da-DK" dirty="0"/>
              <a:t> </a:t>
            </a:r>
            <a:r>
              <a:rPr lang="da-DK" dirty="0" err="1"/>
              <a:t>level</a:t>
            </a:r>
            <a:endParaRPr lang="da-DK" dirty="0"/>
          </a:p>
          <a:p>
            <a:pPr lvl="4"/>
            <a:r>
              <a:rPr lang="da-DK" dirty="0"/>
              <a:t>Fifth </a:t>
            </a:r>
            <a:r>
              <a:rPr lang="da-DK" dirty="0" err="1"/>
              <a:t>level</a:t>
            </a:r>
            <a:endParaRPr lang="da-DK" dirty="0"/>
          </a:p>
        </p:txBody>
      </p:sp>
      <p:sp>
        <p:nvSpPr>
          <p:cNvPr id="3078" name="Rectangle 6"/>
          <p:cNvSpPr>
            <a:spLocks noGrp="1" noChangeArrowheads="1"/>
          </p:cNvSpPr>
          <p:nvPr>
            <p:ph type="ftr" sz="quarter" idx="4"/>
          </p:nvPr>
        </p:nvSpPr>
        <p:spPr bwMode="auto">
          <a:xfrm>
            <a:off x="0" y="8686800"/>
            <a:ext cx="2971800" cy="4572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b" anchorCtr="0" compatLnSpc="1">
            <a:prstTxWarp prst="textNoShape">
              <a:avLst/>
            </a:prstTxWarp>
          </a:bodyPr>
          <a:lstStyle>
            <a:lvl1pPr eaLnBrk="0" hangingPunct="0">
              <a:spcBef>
                <a:spcPct val="0"/>
              </a:spcBef>
              <a:defRPr sz="1200">
                <a:latin typeface="Arial" panose="020B0604020202020204" pitchFamily="34" charset="0"/>
              </a:defRPr>
            </a:lvl1pPr>
          </a:lstStyle>
          <a:p>
            <a:endParaRPr lang="da-DK" dirty="0"/>
          </a:p>
        </p:txBody>
      </p:sp>
      <p:sp>
        <p:nvSpPr>
          <p:cNvPr id="3079" name="Rectangle 7"/>
          <p:cNvSpPr>
            <a:spLocks noGrp="1" noChangeArrowheads="1"/>
          </p:cNvSpPr>
          <p:nvPr>
            <p:ph type="sldNum" sz="quarter" idx="5"/>
          </p:nvPr>
        </p:nvSpPr>
        <p:spPr bwMode="auto">
          <a:xfrm>
            <a:off x="3886200" y="8686800"/>
            <a:ext cx="2971800" cy="4572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b" anchorCtr="0" compatLnSpc="1">
            <a:prstTxWarp prst="textNoShape">
              <a:avLst/>
            </a:prstTxWarp>
          </a:bodyPr>
          <a:lstStyle>
            <a:lvl1pPr algn="r" eaLnBrk="0" hangingPunct="0">
              <a:spcBef>
                <a:spcPct val="0"/>
              </a:spcBef>
              <a:defRPr sz="1200">
                <a:latin typeface="Arial" panose="020B0604020202020204" pitchFamily="34" charset="0"/>
              </a:defRPr>
            </a:lvl1pPr>
          </a:lstStyle>
          <a:p>
            <a:fld id="{C734BB09-483B-4C4B-A5A4-C02A22055B01}" type="slidenum">
              <a:rPr lang="da-DK" smtClean="0"/>
              <a:pPr/>
              <a:t>‹#›</a:t>
            </a:fld>
            <a:endParaRPr lang="da-DK" dirty="0"/>
          </a:p>
        </p:txBody>
      </p:sp>
    </p:spTree>
    <p:extLst>
      <p:ext uri="{BB962C8B-B14F-4D97-AF65-F5344CB8AC3E}">
        <p14:creationId xmlns:p14="http://schemas.microsoft.com/office/powerpoint/2010/main" val="1277836070"/>
      </p:ext>
    </p:extLst>
  </p:cSld>
  <p:clrMap bg1="lt1" tx1="dk1" bg2="lt2" tx2="dk2" accent1="accent1" accent2="accent2" accent3="accent3" accent4="accent4" accent5="accent5" accent6="accent6" hlink="hlink" folHlink="folHlink"/>
  <p:notesStyle>
    <a:lvl1pPr algn="l" rtl="0" fontAlgn="base">
      <a:spcBef>
        <a:spcPct val="30000"/>
      </a:spcBef>
      <a:spcAft>
        <a:spcPct val="0"/>
      </a:spcAft>
      <a:defRPr sz="1200" kern="1200">
        <a:solidFill>
          <a:schemeClr val="tx1"/>
        </a:solidFill>
        <a:latin typeface="Arial" panose="020B0604020202020204" pitchFamily="34" charset="0"/>
        <a:ea typeface="ＭＳ Ｐゴシック" pitchFamily="-80" charset="-128"/>
        <a:cs typeface="+mn-cs"/>
      </a:defRPr>
    </a:lvl1pPr>
    <a:lvl2pPr marL="457200" algn="l" rtl="0" fontAlgn="base">
      <a:spcBef>
        <a:spcPct val="30000"/>
      </a:spcBef>
      <a:spcAft>
        <a:spcPct val="0"/>
      </a:spcAft>
      <a:defRPr sz="1200" kern="1200">
        <a:solidFill>
          <a:schemeClr val="tx1"/>
        </a:solidFill>
        <a:latin typeface="Arial" panose="020B0604020202020204" pitchFamily="34" charset="0"/>
        <a:ea typeface="ＭＳ Ｐゴシック" pitchFamily="-80" charset="-128"/>
        <a:cs typeface="+mn-cs"/>
      </a:defRPr>
    </a:lvl2pPr>
    <a:lvl3pPr marL="914400" algn="l" rtl="0" fontAlgn="base">
      <a:spcBef>
        <a:spcPct val="30000"/>
      </a:spcBef>
      <a:spcAft>
        <a:spcPct val="0"/>
      </a:spcAft>
      <a:defRPr sz="1200" kern="1200">
        <a:solidFill>
          <a:schemeClr val="tx1"/>
        </a:solidFill>
        <a:latin typeface="Arial" panose="020B0604020202020204" pitchFamily="34" charset="0"/>
        <a:ea typeface="ＭＳ Ｐゴシック" pitchFamily="-80" charset="-128"/>
        <a:cs typeface="+mn-cs"/>
      </a:defRPr>
    </a:lvl3pPr>
    <a:lvl4pPr marL="1371600" algn="l" rtl="0" fontAlgn="base">
      <a:spcBef>
        <a:spcPct val="30000"/>
      </a:spcBef>
      <a:spcAft>
        <a:spcPct val="0"/>
      </a:spcAft>
      <a:defRPr sz="1200" kern="1200">
        <a:solidFill>
          <a:schemeClr val="tx1"/>
        </a:solidFill>
        <a:latin typeface="Arial" panose="020B0604020202020204" pitchFamily="34" charset="0"/>
        <a:ea typeface="ＭＳ Ｐゴシック" pitchFamily="-80" charset="-128"/>
        <a:cs typeface="+mn-cs"/>
      </a:defRPr>
    </a:lvl4pPr>
    <a:lvl5pPr marL="1828800" algn="l" rtl="0" fontAlgn="base">
      <a:spcBef>
        <a:spcPct val="30000"/>
      </a:spcBef>
      <a:spcAft>
        <a:spcPct val="0"/>
      </a:spcAft>
      <a:defRPr sz="1200" kern="1200">
        <a:solidFill>
          <a:schemeClr val="tx1"/>
        </a:solidFill>
        <a:latin typeface="Arial" panose="020B0604020202020204" pitchFamily="34" charset="0"/>
        <a:ea typeface="ＭＳ Ｐゴシック" pitchFamily="-80" charset="-128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C734BB09-483B-4C4B-A5A4-C02A22055B01}" type="slidenum">
              <a:rPr lang="da-DK" smtClean="0"/>
              <a:pPr/>
              <a:t>1</a:t>
            </a:fld>
            <a:endParaRPr lang="da-DK" dirty="0"/>
          </a:p>
        </p:txBody>
      </p:sp>
    </p:spTree>
    <p:extLst>
      <p:ext uri="{BB962C8B-B14F-4D97-AF65-F5344CB8AC3E}">
        <p14:creationId xmlns:p14="http://schemas.microsoft.com/office/powerpoint/2010/main" val="2596946606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2" Type="http://schemas.openxmlformats.org/officeDocument/2006/relationships/slideMaster" Target="../slideMasters/slideMaster1.xml"/><Relationship Id="rId1" Type="http://schemas.openxmlformats.org/officeDocument/2006/relationships/tags" Target="../tags/tag3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2" Type="http://schemas.openxmlformats.org/officeDocument/2006/relationships/slideMaster" Target="../slideMasters/slideMaster1.xml"/><Relationship Id="rId1" Type="http://schemas.openxmlformats.org/officeDocument/2006/relationships/tags" Target="../tags/tag4.xml"/></Relationships>
</file>

<file path=ppt/slideLayouts/_rels/slideLayout11.xml.rels><?xml version="1.0" encoding="UTF-8" standalone="yes"?>
<Relationships xmlns="http://schemas.openxmlformats.org/package/2006/relationships"><Relationship Id="rId2" Type="http://schemas.openxmlformats.org/officeDocument/2006/relationships/slideMaster" Target="../slideMasters/slideMaster1.xml"/><Relationship Id="rId1" Type="http://schemas.openxmlformats.org/officeDocument/2006/relationships/tags" Target="../tags/tag5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Front A"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Background"/>
          <p:cNvSpPr/>
          <p:nvPr userDrawn="1"/>
        </p:nvSpPr>
        <p:spPr bwMode="auto">
          <a:xfrm>
            <a:off x="0" y="0"/>
            <a:ext cx="0" cy="0"/>
          </a:xfrm>
          <a:prstGeom prst="rect">
            <a:avLst/>
          </a:prstGeom>
          <a:solidFill>
            <a:srgbClr val="79238E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0" tIns="0" rIns="0" bIns="0" numCol="1" rtlCol="0" anchor="t" anchorCtr="0" compatLnSpc="1">
            <a:prstTxWarp prst="textNoShape">
              <a:avLst/>
            </a:prstTxWarp>
          </a:bodyPr>
          <a:lstStyle/>
          <a:p>
            <a:pPr marL="0" marR="0" indent="0" algn="l" defTabSz="914400" rtl="0" eaLnBrk="1" fontAlgn="base" latinLnBrk="0" hangingPunct="1">
              <a:lnSpc>
                <a:spcPct val="100000"/>
              </a:lnSpc>
              <a:spcBef>
                <a:spcPct val="5000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GB" sz="16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  <a:ea typeface="ＭＳ Ｐゴシック" pitchFamily="-80" charset="-128"/>
            </a:endParaRPr>
          </a:p>
        </p:txBody>
      </p:sp>
      <p:sp>
        <p:nvSpPr>
          <p:cNvPr id="11" name="Logo white">
            <a:extLst>
              <a:ext uri="{FF2B5EF4-FFF2-40B4-BE49-F238E27FC236}">
                <a16:creationId xmlns:a16="http://schemas.microsoft.com/office/drawing/2014/main" id="{275A6477-FE3A-4D40-B1FE-E46C11E344A5}"/>
              </a:ext>
            </a:extLst>
          </p:cNvPr>
          <p:cNvSpPr>
            <a:spLocks noChangeAspect="1"/>
          </p:cNvSpPr>
          <p:nvPr userDrawn="1">
            <p:custDataLst>
              <p:tags r:id="rId1"/>
            </p:custDataLst>
          </p:nvPr>
        </p:nvSpPr>
        <p:spPr bwMode="auto">
          <a:xfrm>
            <a:off x="252000" y="252000"/>
            <a:ext cx="419611" cy="612000"/>
          </a:xfrm>
          <a:custGeom>
            <a:avLst/>
            <a:gdLst>
              <a:gd name="connsiteX0" fmla="*/ 1050029 w 4933949"/>
              <a:gd name="connsiteY0" fmla="*/ 6094413 h 7196138"/>
              <a:gd name="connsiteX1" fmla="*/ 3883920 w 4933949"/>
              <a:gd name="connsiteY1" fmla="*/ 6094413 h 7196138"/>
              <a:gd name="connsiteX2" fmla="*/ 4933949 w 4933949"/>
              <a:gd name="connsiteY2" fmla="*/ 6645934 h 7196138"/>
              <a:gd name="connsiteX3" fmla="*/ 3883920 w 4933949"/>
              <a:gd name="connsiteY3" fmla="*/ 7196138 h 7196138"/>
              <a:gd name="connsiteX4" fmla="*/ 1050029 w 4933949"/>
              <a:gd name="connsiteY4" fmla="*/ 7196138 h 7196138"/>
              <a:gd name="connsiteX5" fmla="*/ 0 w 4933949"/>
              <a:gd name="connsiteY5" fmla="*/ 6645934 h 7196138"/>
              <a:gd name="connsiteX6" fmla="*/ 1050029 w 4933949"/>
              <a:gd name="connsiteY6" fmla="*/ 6094413 h 7196138"/>
              <a:gd name="connsiteX7" fmla="*/ 1050029 w 4933949"/>
              <a:gd name="connsiteY7" fmla="*/ 4730750 h 7196138"/>
              <a:gd name="connsiteX8" fmla="*/ 3883920 w 4933949"/>
              <a:gd name="connsiteY8" fmla="*/ 4730750 h 7196138"/>
              <a:gd name="connsiteX9" fmla="*/ 4933949 w 4933949"/>
              <a:gd name="connsiteY9" fmla="*/ 5283066 h 7196138"/>
              <a:gd name="connsiteX10" fmla="*/ 3883920 w 4933949"/>
              <a:gd name="connsiteY10" fmla="*/ 5834063 h 7196138"/>
              <a:gd name="connsiteX11" fmla="*/ 1050029 w 4933949"/>
              <a:gd name="connsiteY11" fmla="*/ 5834063 h 7196138"/>
              <a:gd name="connsiteX12" fmla="*/ 0 w 4933949"/>
              <a:gd name="connsiteY12" fmla="*/ 5283066 h 7196138"/>
              <a:gd name="connsiteX13" fmla="*/ 1050029 w 4933949"/>
              <a:gd name="connsiteY13" fmla="*/ 4730750 h 7196138"/>
              <a:gd name="connsiteX14" fmla="*/ 1050029 w 4933949"/>
              <a:gd name="connsiteY14" fmla="*/ 3368675 h 7196138"/>
              <a:gd name="connsiteX15" fmla="*/ 3883920 w 4933949"/>
              <a:gd name="connsiteY15" fmla="*/ 3368675 h 7196138"/>
              <a:gd name="connsiteX16" fmla="*/ 4933949 w 4933949"/>
              <a:gd name="connsiteY16" fmla="*/ 3920991 h 7196138"/>
              <a:gd name="connsiteX17" fmla="*/ 3883920 w 4933949"/>
              <a:gd name="connsiteY17" fmla="*/ 4471988 h 7196138"/>
              <a:gd name="connsiteX18" fmla="*/ 1050029 w 4933949"/>
              <a:gd name="connsiteY18" fmla="*/ 4471988 h 7196138"/>
              <a:gd name="connsiteX19" fmla="*/ 0 w 4933949"/>
              <a:gd name="connsiteY19" fmla="*/ 3920991 h 7196138"/>
              <a:gd name="connsiteX20" fmla="*/ 1050029 w 4933949"/>
              <a:gd name="connsiteY20" fmla="*/ 3368675 h 7196138"/>
              <a:gd name="connsiteX21" fmla="*/ 678543 w 4933949"/>
              <a:gd name="connsiteY21" fmla="*/ 305710 h 7196138"/>
              <a:gd name="connsiteX22" fmla="*/ 678543 w 4933949"/>
              <a:gd name="connsiteY22" fmla="*/ 2307316 h 7196138"/>
              <a:gd name="connsiteX23" fmla="*/ 909109 w 4933949"/>
              <a:gd name="connsiteY23" fmla="*/ 2307316 h 7196138"/>
              <a:gd name="connsiteX24" fmla="*/ 1119911 w 4933949"/>
              <a:gd name="connsiteY24" fmla="*/ 2234842 h 7196138"/>
              <a:gd name="connsiteX25" fmla="*/ 1198962 w 4933949"/>
              <a:gd name="connsiteY25" fmla="*/ 1615517 h 7196138"/>
              <a:gd name="connsiteX26" fmla="*/ 1198962 w 4933949"/>
              <a:gd name="connsiteY26" fmla="*/ 996191 h 7196138"/>
              <a:gd name="connsiteX27" fmla="*/ 1119911 w 4933949"/>
              <a:gd name="connsiteY27" fmla="*/ 378184 h 7196138"/>
              <a:gd name="connsiteX28" fmla="*/ 909109 w 4933949"/>
              <a:gd name="connsiteY28" fmla="*/ 305710 h 7196138"/>
              <a:gd name="connsiteX29" fmla="*/ 678543 w 4933949"/>
              <a:gd name="connsiteY29" fmla="*/ 305710 h 7196138"/>
              <a:gd name="connsiteX30" fmla="*/ 1842869 w 4933949"/>
              <a:gd name="connsiteY30" fmla="*/ 0 h 7196138"/>
              <a:gd name="connsiteX31" fmla="*/ 3073618 w 4933949"/>
              <a:gd name="connsiteY31" fmla="*/ 0 h 7196138"/>
              <a:gd name="connsiteX32" fmla="*/ 3114467 w 4933949"/>
              <a:gd name="connsiteY32" fmla="*/ 14495 h 7196138"/>
              <a:gd name="connsiteX33" fmla="*/ 3128962 w 4933949"/>
              <a:gd name="connsiteY33" fmla="*/ 54027 h 7196138"/>
              <a:gd name="connsiteX34" fmla="*/ 3128962 w 4933949"/>
              <a:gd name="connsiteY34" fmla="*/ 275402 h 7196138"/>
              <a:gd name="connsiteX35" fmla="*/ 3114467 w 4933949"/>
              <a:gd name="connsiteY35" fmla="*/ 314934 h 7196138"/>
              <a:gd name="connsiteX36" fmla="*/ 3073618 w 4933949"/>
              <a:gd name="connsiteY36" fmla="*/ 329429 h 7196138"/>
              <a:gd name="connsiteX37" fmla="*/ 2679620 w 4933949"/>
              <a:gd name="connsiteY37" fmla="*/ 329429 h 7196138"/>
              <a:gd name="connsiteX38" fmla="*/ 2679620 w 4933949"/>
              <a:gd name="connsiteY38" fmla="*/ 2558999 h 7196138"/>
              <a:gd name="connsiteX39" fmla="*/ 2665125 w 4933949"/>
              <a:gd name="connsiteY39" fmla="*/ 2598530 h 7196138"/>
              <a:gd name="connsiteX40" fmla="*/ 2625594 w 4933949"/>
              <a:gd name="connsiteY40" fmla="*/ 2613025 h 7196138"/>
              <a:gd name="connsiteX41" fmla="*/ 2290893 w 4933949"/>
              <a:gd name="connsiteY41" fmla="*/ 2613025 h 7196138"/>
              <a:gd name="connsiteX42" fmla="*/ 2250044 w 4933949"/>
              <a:gd name="connsiteY42" fmla="*/ 2598530 h 7196138"/>
              <a:gd name="connsiteX43" fmla="*/ 2235549 w 4933949"/>
              <a:gd name="connsiteY43" fmla="*/ 2558999 h 7196138"/>
              <a:gd name="connsiteX44" fmla="*/ 2235549 w 4933949"/>
              <a:gd name="connsiteY44" fmla="*/ 329429 h 7196138"/>
              <a:gd name="connsiteX45" fmla="*/ 1842869 w 4933949"/>
              <a:gd name="connsiteY45" fmla="*/ 329429 h 7196138"/>
              <a:gd name="connsiteX46" fmla="*/ 1802020 w 4933949"/>
              <a:gd name="connsiteY46" fmla="*/ 314934 h 7196138"/>
              <a:gd name="connsiteX47" fmla="*/ 1787525 w 4933949"/>
              <a:gd name="connsiteY47" fmla="*/ 275402 h 7196138"/>
              <a:gd name="connsiteX48" fmla="*/ 1787525 w 4933949"/>
              <a:gd name="connsiteY48" fmla="*/ 54027 h 7196138"/>
              <a:gd name="connsiteX49" fmla="*/ 1802020 w 4933949"/>
              <a:gd name="connsiteY49" fmla="*/ 14495 h 7196138"/>
              <a:gd name="connsiteX50" fmla="*/ 1842869 w 4933949"/>
              <a:gd name="connsiteY50" fmla="*/ 0 h 7196138"/>
              <a:gd name="connsiteX51" fmla="*/ 317544 w 4933949"/>
              <a:gd name="connsiteY51" fmla="*/ 0 h 7196138"/>
              <a:gd name="connsiteX52" fmla="*/ 972349 w 4933949"/>
              <a:gd name="connsiteY52" fmla="*/ 0 h 7196138"/>
              <a:gd name="connsiteX53" fmla="*/ 1476958 w 4933949"/>
              <a:gd name="connsiteY53" fmla="*/ 179209 h 7196138"/>
              <a:gd name="connsiteX54" fmla="*/ 1619250 w 4933949"/>
              <a:gd name="connsiteY54" fmla="*/ 1025181 h 7196138"/>
              <a:gd name="connsiteX55" fmla="*/ 1619250 w 4933949"/>
              <a:gd name="connsiteY55" fmla="*/ 1587845 h 7196138"/>
              <a:gd name="connsiteX56" fmla="*/ 1476958 w 4933949"/>
              <a:gd name="connsiteY56" fmla="*/ 2433816 h 7196138"/>
              <a:gd name="connsiteX57" fmla="*/ 972349 w 4933949"/>
              <a:gd name="connsiteY57" fmla="*/ 2613025 h 7196138"/>
              <a:gd name="connsiteX58" fmla="*/ 317544 w 4933949"/>
              <a:gd name="connsiteY58" fmla="*/ 2613025 h 7196138"/>
              <a:gd name="connsiteX59" fmla="*/ 278018 w 4933949"/>
              <a:gd name="connsiteY59" fmla="*/ 2598530 h 7196138"/>
              <a:gd name="connsiteX60" fmla="*/ 263525 w 4933949"/>
              <a:gd name="connsiteY60" fmla="*/ 2558999 h 7196138"/>
              <a:gd name="connsiteX61" fmla="*/ 263525 w 4933949"/>
              <a:gd name="connsiteY61" fmla="*/ 54027 h 7196138"/>
              <a:gd name="connsiteX62" fmla="*/ 278018 w 4933949"/>
              <a:gd name="connsiteY62" fmla="*/ 14495 h 7196138"/>
              <a:gd name="connsiteX63" fmla="*/ 317544 w 4933949"/>
              <a:gd name="connsiteY63" fmla="*/ 0 h 7196138"/>
              <a:gd name="connsiteX64" fmla="*/ 3359213 w 4933949"/>
              <a:gd name="connsiteY64" fmla="*/ 0 h 7196138"/>
              <a:gd name="connsiteX65" fmla="*/ 3664991 w 4933949"/>
              <a:gd name="connsiteY65" fmla="*/ 0 h 7196138"/>
              <a:gd name="connsiteX66" fmla="*/ 3705850 w 4933949"/>
              <a:gd name="connsiteY66" fmla="*/ 14497 h 7196138"/>
              <a:gd name="connsiteX67" fmla="*/ 3720348 w 4933949"/>
              <a:gd name="connsiteY67" fmla="*/ 54035 h 7196138"/>
              <a:gd name="connsiteX68" fmla="*/ 3720348 w 4933949"/>
              <a:gd name="connsiteY68" fmla="*/ 1903062 h 7196138"/>
              <a:gd name="connsiteX69" fmla="*/ 3798111 w 4933949"/>
              <a:gd name="connsiteY69" fmla="*/ 2279984 h 7196138"/>
              <a:gd name="connsiteX70" fmla="*/ 3976042 w 4933949"/>
              <a:gd name="connsiteY70" fmla="*/ 2349833 h 7196138"/>
              <a:gd name="connsiteX71" fmla="*/ 4163200 w 4933949"/>
              <a:gd name="connsiteY71" fmla="*/ 2279984 h 7196138"/>
              <a:gd name="connsiteX72" fmla="*/ 4240963 w 4933949"/>
              <a:gd name="connsiteY72" fmla="*/ 1903062 h 7196138"/>
              <a:gd name="connsiteX73" fmla="*/ 4240963 w 4933949"/>
              <a:gd name="connsiteY73" fmla="*/ 54035 h 7196138"/>
              <a:gd name="connsiteX74" fmla="*/ 4255461 w 4933949"/>
              <a:gd name="connsiteY74" fmla="*/ 14497 h 7196138"/>
              <a:gd name="connsiteX75" fmla="*/ 4295001 w 4933949"/>
              <a:gd name="connsiteY75" fmla="*/ 0 h 7196138"/>
              <a:gd name="connsiteX76" fmla="*/ 4602098 w 4933949"/>
              <a:gd name="connsiteY76" fmla="*/ 0 h 7196138"/>
              <a:gd name="connsiteX77" fmla="*/ 4641638 w 4933949"/>
              <a:gd name="connsiteY77" fmla="*/ 14497 h 7196138"/>
              <a:gd name="connsiteX78" fmla="*/ 4656136 w 4933949"/>
              <a:gd name="connsiteY78" fmla="*/ 54035 h 7196138"/>
              <a:gd name="connsiteX79" fmla="*/ 4656136 w 4933949"/>
              <a:gd name="connsiteY79" fmla="*/ 1904380 h 7196138"/>
              <a:gd name="connsiteX80" fmla="*/ 4507201 w 4933949"/>
              <a:gd name="connsiteY80" fmla="*/ 2459220 h 7196138"/>
              <a:gd name="connsiteX81" fmla="*/ 3981314 w 4933949"/>
              <a:gd name="connsiteY81" fmla="*/ 2646363 h 7196138"/>
              <a:gd name="connsiteX82" fmla="*/ 3447519 w 4933949"/>
              <a:gd name="connsiteY82" fmla="*/ 2459220 h 7196138"/>
              <a:gd name="connsiteX83" fmla="*/ 3305174 w 4933949"/>
              <a:gd name="connsiteY83" fmla="*/ 1904380 h 7196138"/>
              <a:gd name="connsiteX84" fmla="*/ 3305174 w 4933949"/>
              <a:gd name="connsiteY84" fmla="*/ 54035 h 7196138"/>
              <a:gd name="connsiteX85" fmla="*/ 3318354 w 4933949"/>
              <a:gd name="connsiteY85" fmla="*/ 14497 h 7196138"/>
              <a:gd name="connsiteX86" fmla="*/ 3359213 w 4933949"/>
              <a:gd name="connsiteY86" fmla="*/ 0 h 719613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  <a:cxn ang="0">
                <a:pos x="connsiteX83" y="connsiteY83"/>
              </a:cxn>
              <a:cxn ang="0">
                <a:pos x="connsiteX84" y="connsiteY84"/>
              </a:cxn>
              <a:cxn ang="0">
                <a:pos x="connsiteX85" y="connsiteY85"/>
              </a:cxn>
              <a:cxn ang="0">
                <a:pos x="connsiteX86" y="connsiteY86"/>
              </a:cxn>
            </a:cxnLst>
            <a:rect l="l" t="t" r="r" b="b"/>
            <a:pathLst>
              <a:path w="4933949" h="7196138">
                <a:moveTo>
                  <a:pt x="1050029" y="6094413"/>
                </a:moveTo>
                <a:cubicBezTo>
                  <a:pt x="2409664" y="6623557"/>
                  <a:pt x="2524285" y="6623557"/>
                  <a:pt x="3883920" y="6094413"/>
                </a:cubicBezTo>
                <a:cubicBezTo>
                  <a:pt x="3883920" y="6094413"/>
                  <a:pt x="3883920" y="6094413"/>
                  <a:pt x="4933949" y="6645934"/>
                </a:cubicBezTo>
                <a:cubicBezTo>
                  <a:pt x="4933949" y="6645934"/>
                  <a:pt x="4933949" y="6645934"/>
                  <a:pt x="3883920" y="7196138"/>
                </a:cubicBezTo>
                <a:cubicBezTo>
                  <a:pt x="2524285" y="6668311"/>
                  <a:pt x="2409664" y="6668311"/>
                  <a:pt x="1050029" y="7196138"/>
                </a:cubicBezTo>
                <a:cubicBezTo>
                  <a:pt x="1050029" y="7196138"/>
                  <a:pt x="1050029" y="7196138"/>
                  <a:pt x="0" y="6645934"/>
                </a:cubicBezTo>
                <a:cubicBezTo>
                  <a:pt x="0" y="6645934"/>
                  <a:pt x="0" y="6645934"/>
                  <a:pt x="1050029" y="6094413"/>
                </a:cubicBezTo>
                <a:close/>
                <a:moveTo>
                  <a:pt x="1050029" y="4730750"/>
                </a:moveTo>
                <a:cubicBezTo>
                  <a:pt x="2409664" y="5260657"/>
                  <a:pt x="2524285" y="5260657"/>
                  <a:pt x="3883920" y="4730750"/>
                </a:cubicBezTo>
                <a:cubicBezTo>
                  <a:pt x="3883920" y="4730750"/>
                  <a:pt x="3883920" y="4730750"/>
                  <a:pt x="4933949" y="5283066"/>
                </a:cubicBezTo>
                <a:cubicBezTo>
                  <a:pt x="4933949" y="5283066"/>
                  <a:pt x="4933949" y="5283066"/>
                  <a:pt x="3883920" y="5834063"/>
                </a:cubicBezTo>
                <a:cubicBezTo>
                  <a:pt x="2524285" y="5305475"/>
                  <a:pt x="2409664" y="5305475"/>
                  <a:pt x="1050029" y="5834063"/>
                </a:cubicBezTo>
                <a:cubicBezTo>
                  <a:pt x="1050029" y="5834063"/>
                  <a:pt x="1050029" y="5834063"/>
                  <a:pt x="0" y="5283066"/>
                </a:cubicBezTo>
                <a:cubicBezTo>
                  <a:pt x="0" y="5283066"/>
                  <a:pt x="0" y="5283066"/>
                  <a:pt x="1050029" y="4730750"/>
                </a:cubicBezTo>
                <a:close/>
                <a:moveTo>
                  <a:pt x="1050029" y="3368675"/>
                </a:moveTo>
                <a:cubicBezTo>
                  <a:pt x="2409664" y="3898582"/>
                  <a:pt x="2524285" y="3898582"/>
                  <a:pt x="3883920" y="3368675"/>
                </a:cubicBezTo>
                <a:cubicBezTo>
                  <a:pt x="3883920" y="3368675"/>
                  <a:pt x="3883920" y="3368675"/>
                  <a:pt x="4933949" y="3920991"/>
                </a:cubicBezTo>
                <a:cubicBezTo>
                  <a:pt x="4933949" y="3920991"/>
                  <a:pt x="4933949" y="3920991"/>
                  <a:pt x="3883920" y="4471988"/>
                </a:cubicBezTo>
                <a:cubicBezTo>
                  <a:pt x="2524285" y="3943400"/>
                  <a:pt x="2409664" y="3943400"/>
                  <a:pt x="1050029" y="4471988"/>
                </a:cubicBezTo>
                <a:cubicBezTo>
                  <a:pt x="1050029" y="4471988"/>
                  <a:pt x="1050029" y="4471988"/>
                  <a:pt x="0" y="3920991"/>
                </a:cubicBezTo>
                <a:cubicBezTo>
                  <a:pt x="0" y="3920991"/>
                  <a:pt x="0" y="3920991"/>
                  <a:pt x="1050029" y="3368675"/>
                </a:cubicBezTo>
                <a:close/>
                <a:moveTo>
                  <a:pt x="678543" y="305710"/>
                </a:moveTo>
                <a:lnTo>
                  <a:pt x="678543" y="2307316"/>
                </a:lnTo>
                <a:cubicBezTo>
                  <a:pt x="678543" y="2307316"/>
                  <a:pt x="678543" y="2307316"/>
                  <a:pt x="909109" y="2307316"/>
                </a:cubicBezTo>
                <a:cubicBezTo>
                  <a:pt x="1011875" y="2307316"/>
                  <a:pt x="1072481" y="2291503"/>
                  <a:pt x="1119911" y="2234842"/>
                </a:cubicBezTo>
                <a:cubicBezTo>
                  <a:pt x="1192375" y="2147873"/>
                  <a:pt x="1198962" y="1971299"/>
                  <a:pt x="1198962" y="1615517"/>
                </a:cubicBezTo>
                <a:cubicBezTo>
                  <a:pt x="1198962" y="1615517"/>
                  <a:pt x="1198962" y="1615517"/>
                  <a:pt x="1198962" y="996191"/>
                </a:cubicBezTo>
                <a:cubicBezTo>
                  <a:pt x="1198962" y="641727"/>
                  <a:pt x="1192375" y="465153"/>
                  <a:pt x="1119911" y="378184"/>
                </a:cubicBezTo>
                <a:cubicBezTo>
                  <a:pt x="1072481" y="321522"/>
                  <a:pt x="1011875" y="305710"/>
                  <a:pt x="909109" y="305710"/>
                </a:cubicBezTo>
                <a:cubicBezTo>
                  <a:pt x="909109" y="305710"/>
                  <a:pt x="909109" y="305710"/>
                  <a:pt x="678543" y="305710"/>
                </a:cubicBezTo>
                <a:close/>
                <a:moveTo>
                  <a:pt x="1842869" y="0"/>
                </a:moveTo>
                <a:cubicBezTo>
                  <a:pt x="1842869" y="0"/>
                  <a:pt x="1842869" y="0"/>
                  <a:pt x="3073618" y="0"/>
                </a:cubicBezTo>
                <a:cubicBezTo>
                  <a:pt x="3093384" y="0"/>
                  <a:pt x="3105243" y="5271"/>
                  <a:pt x="3114467" y="14495"/>
                </a:cubicBezTo>
                <a:cubicBezTo>
                  <a:pt x="3122374" y="22401"/>
                  <a:pt x="3128962" y="34261"/>
                  <a:pt x="3128962" y="54027"/>
                </a:cubicBezTo>
                <a:cubicBezTo>
                  <a:pt x="3128962" y="54027"/>
                  <a:pt x="3128962" y="54027"/>
                  <a:pt x="3128962" y="275402"/>
                </a:cubicBezTo>
                <a:cubicBezTo>
                  <a:pt x="3128962" y="295168"/>
                  <a:pt x="3122374" y="307028"/>
                  <a:pt x="3114467" y="314934"/>
                </a:cubicBezTo>
                <a:cubicBezTo>
                  <a:pt x="3105243" y="324158"/>
                  <a:pt x="3093384" y="329429"/>
                  <a:pt x="3073618" y="329429"/>
                </a:cubicBezTo>
                <a:cubicBezTo>
                  <a:pt x="3073618" y="329429"/>
                  <a:pt x="3073618" y="329429"/>
                  <a:pt x="2679620" y="329429"/>
                </a:cubicBezTo>
                <a:cubicBezTo>
                  <a:pt x="2679620" y="329429"/>
                  <a:pt x="2679620" y="329429"/>
                  <a:pt x="2679620" y="2558999"/>
                </a:cubicBezTo>
                <a:cubicBezTo>
                  <a:pt x="2679620" y="2578765"/>
                  <a:pt x="2674349" y="2590624"/>
                  <a:pt x="2665125" y="2598530"/>
                </a:cubicBezTo>
                <a:cubicBezTo>
                  <a:pt x="2657219" y="2607755"/>
                  <a:pt x="2645360" y="2613025"/>
                  <a:pt x="2625594" y="2613025"/>
                </a:cubicBezTo>
                <a:cubicBezTo>
                  <a:pt x="2625594" y="2613025"/>
                  <a:pt x="2625594" y="2613025"/>
                  <a:pt x="2290893" y="2613025"/>
                </a:cubicBezTo>
                <a:cubicBezTo>
                  <a:pt x="2271128" y="2613025"/>
                  <a:pt x="2259268" y="2607755"/>
                  <a:pt x="2250044" y="2598530"/>
                </a:cubicBezTo>
                <a:cubicBezTo>
                  <a:pt x="2240820" y="2590624"/>
                  <a:pt x="2235549" y="2578765"/>
                  <a:pt x="2235549" y="2558999"/>
                </a:cubicBezTo>
                <a:cubicBezTo>
                  <a:pt x="2235549" y="2558999"/>
                  <a:pt x="2235549" y="2558999"/>
                  <a:pt x="2235549" y="329429"/>
                </a:cubicBezTo>
                <a:cubicBezTo>
                  <a:pt x="2235549" y="329429"/>
                  <a:pt x="2235549" y="329429"/>
                  <a:pt x="1842869" y="329429"/>
                </a:cubicBezTo>
                <a:cubicBezTo>
                  <a:pt x="1823104" y="329429"/>
                  <a:pt x="1811244" y="324158"/>
                  <a:pt x="1802020" y="314934"/>
                </a:cubicBezTo>
                <a:cubicBezTo>
                  <a:pt x="1792796" y="307028"/>
                  <a:pt x="1787525" y="295168"/>
                  <a:pt x="1787525" y="275402"/>
                </a:cubicBezTo>
                <a:cubicBezTo>
                  <a:pt x="1787525" y="275402"/>
                  <a:pt x="1787525" y="275402"/>
                  <a:pt x="1787525" y="54027"/>
                </a:cubicBezTo>
                <a:cubicBezTo>
                  <a:pt x="1787525" y="34261"/>
                  <a:pt x="1792796" y="22401"/>
                  <a:pt x="1802020" y="14495"/>
                </a:cubicBezTo>
                <a:cubicBezTo>
                  <a:pt x="1811244" y="5271"/>
                  <a:pt x="1823104" y="0"/>
                  <a:pt x="1842869" y="0"/>
                </a:cubicBezTo>
                <a:close/>
                <a:moveTo>
                  <a:pt x="317544" y="0"/>
                </a:moveTo>
                <a:cubicBezTo>
                  <a:pt x="317544" y="0"/>
                  <a:pt x="317544" y="0"/>
                  <a:pt x="972349" y="0"/>
                </a:cubicBezTo>
                <a:cubicBezTo>
                  <a:pt x="1226630" y="0"/>
                  <a:pt x="1382097" y="57980"/>
                  <a:pt x="1476958" y="179209"/>
                </a:cubicBezTo>
                <a:cubicBezTo>
                  <a:pt x="1615298" y="345241"/>
                  <a:pt x="1619250" y="614055"/>
                  <a:pt x="1619250" y="1025181"/>
                </a:cubicBezTo>
                <a:cubicBezTo>
                  <a:pt x="1619250" y="1025181"/>
                  <a:pt x="1619250" y="1025181"/>
                  <a:pt x="1619250" y="1587845"/>
                </a:cubicBezTo>
                <a:cubicBezTo>
                  <a:pt x="1619250" y="1998971"/>
                  <a:pt x="1615298" y="2267784"/>
                  <a:pt x="1476958" y="2433816"/>
                </a:cubicBezTo>
                <a:cubicBezTo>
                  <a:pt x="1382097" y="2555046"/>
                  <a:pt x="1226630" y="2613025"/>
                  <a:pt x="972349" y="2613025"/>
                </a:cubicBezTo>
                <a:cubicBezTo>
                  <a:pt x="972349" y="2613025"/>
                  <a:pt x="972349" y="2613025"/>
                  <a:pt x="317544" y="2613025"/>
                </a:cubicBezTo>
                <a:cubicBezTo>
                  <a:pt x="297781" y="2613025"/>
                  <a:pt x="285923" y="2607755"/>
                  <a:pt x="278018" y="2598530"/>
                </a:cubicBezTo>
                <a:cubicBezTo>
                  <a:pt x="268795" y="2590624"/>
                  <a:pt x="263525" y="2578765"/>
                  <a:pt x="263525" y="2558999"/>
                </a:cubicBezTo>
                <a:cubicBezTo>
                  <a:pt x="263525" y="2558999"/>
                  <a:pt x="263525" y="2558999"/>
                  <a:pt x="263525" y="54027"/>
                </a:cubicBezTo>
                <a:cubicBezTo>
                  <a:pt x="263525" y="34261"/>
                  <a:pt x="268795" y="22401"/>
                  <a:pt x="278018" y="14495"/>
                </a:cubicBezTo>
                <a:cubicBezTo>
                  <a:pt x="285923" y="5271"/>
                  <a:pt x="297781" y="0"/>
                  <a:pt x="317544" y="0"/>
                </a:cubicBezTo>
                <a:close/>
                <a:moveTo>
                  <a:pt x="3359213" y="0"/>
                </a:moveTo>
                <a:cubicBezTo>
                  <a:pt x="3359213" y="0"/>
                  <a:pt x="3359213" y="0"/>
                  <a:pt x="3664991" y="0"/>
                </a:cubicBezTo>
                <a:cubicBezTo>
                  <a:pt x="3684762" y="0"/>
                  <a:pt x="3696624" y="5272"/>
                  <a:pt x="3705850" y="14497"/>
                </a:cubicBezTo>
                <a:cubicBezTo>
                  <a:pt x="3715076" y="22405"/>
                  <a:pt x="3720348" y="34266"/>
                  <a:pt x="3720348" y="54035"/>
                </a:cubicBezTo>
                <a:cubicBezTo>
                  <a:pt x="3720348" y="54035"/>
                  <a:pt x="3720348" y="54035"/>
                  <a:pt x="3720348" y="1903062"/>
                </a:cubicBezTo>
                <a:cubicBezTo>
                  <a:pt x="3720348" y="2103384"/>
                  <a:pt x="3738800" y="2214089"/>
                  <a:pt x="3798111" y="2279984"/>
                </a:cubicBezTo>
                <a:cubicBezTo>
                  <a:pt x="3841605" y="2328747"/>
                  <a:pt x="3899597" y="2349833"/>
                  <a:pt x="3976042" y="2349833"/>
                </a:cubicBezTo>
                <a:cubicBezTo>
                  <a:pt x="4060395" y="2349833"/>
                  <a:pt x="4121023" y="2326111"/>
                  <a:pt x="4163200" y="2279984"/>
                </a:cubicBezTo>
                <a:cubicBezTo>
                  <a:pt x="4226464" y="2211453"/>
                  <a:pt x="4240963" y="2096795"/>
                  <a:pt x="4240963" y="1903062"/>
                </a:cubicBezTo>
                <a:cubicBezTo>
                  <a:pt x="4240963" y="1903062"/>
                  <a:pt x="4240963" y="1903062"/>
                  <a:pt x="4240963" y="54035"/>
                </a:cubicBezTo>
                <a:cubicBezTo>
                  <a:pt x="4240963" y="34266"/>
                  <a:pt x="4246235" y="22405"/>
                  <a:pt x="4255461" y="14497"/>
                </a:cubicBezTo>
                <a:cubicBezTo>
                  <a:pt x="4263369" y="5272"/>
                  <a:pt x="4276549" y="0"/>
                  <a:pt x="4295001" y="0"/>
                </a:cubicBezTo>
                <a:cubicBezTo>
                  <a:pt x="4295001" y="0"/>
                  <a:pt x="4295001" y="0"/>
                  <a:pt x="4602098" y="0"/>
                </a:cubicBezTo>
                <a:cubicBezTo>
                  <a:pt x="4621868" y="0"/>
                  <a:pt x="4633730" y="5272"/>
                  <a:pt x="4641638" y="14497"/>
                </a:cubicBezTo>
                <a:cubicBezTo>
                  <a:pt x="4650864" y="22405"/>
                  <a:pt x="4656136" y="34266"/>
                  <a:pt x="4656136" y="54035"/>
                </a:cubicBezTo>
                <a:cubicBezTo>
                  <a:pt x="4656136" y="54035"/>
                  <a:pt x="4656136" y="54035"/>
                  <a:pt x="4656136" y="1904380"/>
                </a:cubicBezTo>
                <a:cubicBezTo>
                  <a:pt x="4656136" y="2153465"/>
                  <a:pt x="4627140" y="2319521"/>
                  <a:pt x="4507201" y="2459220"/>
                </a:cubicBezTo>
                <a:cubicBezTo>
                  <a:pt x="4405714" y="2577832"/>
                  <a:pt x="4239645" y="2646363"/>
                  <a:pt x="3981314" y="2646363"/>
                </a:cubicBezTo>
                <a:cubicBezTo>
                  <a:pt x="3726938" y="2646363"/>
                  <a:pt x="3559550" y="2581786"/>
                  <a:pt x="3447519" y="2459220"/>
                </a:cubicBezTo>
                <a:cubicBezTo>
                  <a:pt x="3340760" y="2341926"/>
                  <a:pt x="3305174" y="2173233"/>
                  <a:pt x="3305174" y="1904380"/>
                </a:cubicBezTo>
                <a:cubicBezTo>
                  <a:pt x="3305174" y="1904380"/>
                  <a:pt x="3305174" y="1904380"/>
                  <a:pt x="3305174" y="54035"/>
                </a:cubicBezTo>
                <a:cubicBezTo>
                  <a:pt x="3305174" y="34266"/>
                  <a:pt x="3310446" y="22405"/>
                  <a:pt x="3318354" y="14497"/>
                </a:cubicBezTo>
                <a:cubicBezTo>
                  <a:pt x="3327580" y="5272"/>
                  <a:pt x="3339442" y="0"/>
                  <a:pt x="3359213" y="0"/>
                </a:cubicBezTo>
                <a:close/>
              </a:path>
            </a:pathLst>
          </a:custGeom>
          <a:solidFill>
            <a:srgbClr val="FFFFFF"/>
          </a:solidFill>
          <a:ln>
            <a:noFill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  <a:noAutofit/>
          </a:bodyPr>
          <a:lstStyle/>
          <a:p>
            <a:endParaRPr lang="en-GB"/>
          </a:p>
        </p:txBody>
      </p:sp>
      <p:sp>
        <p:nvSpPr>
          <p:cNvPr id="114690" name="Rectangle 2"/>
          <p:cNvSpPr>
            <a:spLocks noGrp="1" noChangeArrowheads="1"/>
          </p:cNvSpPr>
          <p:nvPr>
            <p:ph type="ctrTitle"/>
          </p:nvPr>
        </p:nvSpPr>
        <p:spPr>
          <a:xfrm>
            <a:off x="249859" y="3545117"/>
            <a:ext cx="10840028" cy="2706458"/>
          </a:xfrm>
        </p:spPr>
        <p:txBody>
          <a:bodyPr anchor="t" anchorCtr="0"/>
          <a:lstStyle>
            <a:lvl1pPr>
              <a:lnSpc>
                <a:spcPct val="93000"/>
              </a:lnSpc>
              <a:defRPr sz="8000">
                <a:solidFill>
                  <a:schemeClr val="bg1"/>
                </a:solidFill>
              </a:defRPr>
            </a:lvl1pPr>
          </a:lstStyle>
          <a:p>
            <a:pPr lvl="0"/>
            <a:r>
              <a:rPr lang="en-US" noProof="0"/>
              <a:t>Click to edit Master title style</a:t>
            </a:r>
            <a:endParaRPr lang="en-GB" noProof="0" dirty="0"/>
          </a:p>
        </p:txBody>
      </p:sp>
      <p:sp>
        <p:nvSpPr>
          <p:cNvPr id="114691" name="Rectangle 3"/>
          <p:cNvSpPr>
            <a:spLocks noGrp="1" noChangeArrowheads="1"/>
          </p:cNvSpPr>
          <p:nvPr>
            <p:ph type="subTitle" idx="1"/>
          </p:nvPr>
        </p:nvSpPr>
        <p:spPr>
          <a:xfrm>
            <a:off x="247072" y="1704975"/>
            <a:ext cx="10840028" cy="1660654"/>
          </a:xfrm>
        </p:spPr>
        <p:txBody>
          <a:bodyPr anchor="b" anchorCtr="0"/>
          <a:lstStyle>
            <a:lvl1pPr marL="0" indent="0">
              <a:lnSpc>
                <a:spcPct val="110000"/>
              </a:lnSpc>
              <a:spcBef>
                <a:spcPts val="0"/>
              </a:spcBef>
              <a:buFontTx/>
              <a:buNone/>
              <a:defRPr sz="3000">
                <a:solidFill>
                  <a:schemeClr val="bg1"/>
                </a:solidFill>
              </a:defRPr>
            </a:lvl1pPr>
          </a:lstStyle>
          <a:p>
            <a:pPr lvl="0"/>
            <a:r>
              <a:rPr lang="en-US" noProof="0"/>
              <a:t>Click to edit Master subtitle style</a:t>
            </a:r>
            <a:endParaRPr lang="en-GB" noProof="0" dirty="0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F2117C6C-7BC3-4888-BC29-FAB17565D119}"/>
              </a:ext>
            </a:extLst>
          </p:cNvPr>
          <p:cNvSpPr>
            <a:spLocks noGrp="1"/>
          </p:cNvSpPr>
          <p:nvPr>
            <p:ph type="ftr" sz="quarter" idx="16"/>
          </p:nvPr>
        </p:nvSpPr>
        <p:spPr/>
        <p:txBody>
          <a:bodyPr/>
          <a:lstStyle>
            <a:lvl1pPr algn="r">
              <a:defRPr>
                <a:solidFill>
                  <a:schemeClr val="bg1"/>
                </a:solidFill>
              </a:defRPr>
            </a:lvl1pPr>
          </a:lstStyle>
          <a:p>
            <a:r>
              <a:rPr lang="en-GB"/>
              <a:t>Title</a:t>
            </a:r>
            <a:endParaRPr lang="en-GB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77E4668-D07F-4B96-9755-175402734855}"/>
              </a:ext>
            </a:extLst>
          </p:cNvPr>
          <p:cNvSpPr>
            <a:spLocks noGrp="1"/>
          </p:cNvSpPr>
          <p:nvPr>
            <p:ph type="sldNum" sz="quarter" idx="17"/>
          </p:nvPr>
        </p:nvSpPr>
        <p:spPr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103EA872-A674-449B-A120-B97244F8E91D}" type="slidenum">
              <a:rPr lang="en-GB" smtClean="0"/>
              <a:pPr/>
              <a:t>‹#›</a:t>
            </a:fld>
            <a:endParaRPr lang="en-GB" dirty="0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9F405568-6052-8CC1-2F0F-7E96F4FBFE5E}"/>
              </a:ext>
            </a:extLst>
          </p:cNvPr>
          <p:cNvSpPr>
            <a:spLocks noGrp="1"/>
          </p:cNvSpPr>
          <p:nvPr>
            <p:ph type="dt" sz="half" idx="18"/>
          </p:nvPr>
        </p:nvSpPr>
        <p:spPr/>
        <p:txBody>
          <a:bodyPr/>
          <a:lstStyle/>
          <a:p>
            <a:r>
              <a:rPr lang="da-DK"/>
              <a:t>Date</a:t>
            </a:r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227214542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  <p:extLst>
    <p:ext uri="{DCECCB84-F9BA-43D5-87BE-67443E8EF086}">
      <p15:sldGuideLst xmlns:p15="http://schemas.microsoft.com/office/powerpoint/2012/main">
        <p15:guide id="1" pos="156" userDrawn="1">
          <p15:clr>
            <a:srgbClr val="F26B43"/>
          </p15:clr>
        </p15:guide>
        <p15:guide id="2" pos="6984" userDrawn="1">
          <p15:clr>
            <a:srgbClr val="F26B43"/>
          </p15:clr>
        </p15:guide>
      </p15:sldGuideLst>
    </p:ext>
  </p:extLst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Front B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690" name="Rectangle 2"/>
          <p:cNvSpPr>
            <a:spLocks noGrp="1" noChangeArrowheads="1"/>
          </p:cNvSpPr>
          <p:nvPr>
            <p:ph type="ctrTitle"/>
          </p:nvPr>
        </p:nvSpPr>
        <p:spPr>
          <a:xfrm>
            <a:off x="249859" y="3545117"/>
            <a:ext cx="10840028" cy="2706458"/>
          </a:xfrm>
        </p:spPr>
        <p:txBody>
          <a:bodyPr anchor="t" anchorCtr="0"/>
          <a:lstStyle>
            <a:lvl1pPr>
              <a:lnSpc>
                <a:spcPct val="93000"/>
              </a:lnSpc>
              <a:defRPr sz="8000">
                <a:solidFill>
                  <a:schemeClr val="tx1"/>
                </a:solidFill>
              </a:defRPr>
            </a:lvl1pPr>
          </a:lstStyle>
          <a:p>
            <a:pPr lvl="0"/>
            <a:r>
              <a:rPr lang="en-US" noProof="0"/>
              <a:t>Click to edit Master title style</a:t>
            </a:r>
            <a:endParaRPr lang="en-GB" noProof="0" dirty="0"/>
          </a:p>
        </p:txBody>
      </p:sp>
      <p:sp>
        <p:nvSpPr>
          <p:cNvPr id="114691" name="Rectangle 3"/>
          <p:cNvSpPr>
            <a:spLocks noGrp="1" noChangeArrowheads="1"/>
          </p:cNvSpPr>
          <p:nvPr>
            <p:ph type="subTitle" idx="1"/>
          </p:nvPr>
        </p:nvSpPr>
        <p:spPr>
          <a:xfrm>
            <a:off x="247072" y="1704975"/>
            <a:ext cx="10840028" cy="1660654"/>
          </a:xfrm>
        </p:spPr>
        <p:txBody>
          <a:bodyPr anchor="b" anchorCtr="0"/>
          <a:lstStyle>
            <a:lvl1pPr marL="0" indent="0">
              <a:lnSpc>
                <a:spcPct val="110000"/>
              </a:lnSpc>
              <a:spcBef>
                <a:spcPts val="0"/>
              </a:spcBef>
              <a:buFontTx/>
              <a:buNone/>
              <a:defRPr sz="3000">
                <a:solidFill>
                  <a:schemeClr val="tx1"/>
                </a:solidFill>
              </a:defRPr>
            </a:lvl1pPr>
          </a:lstStyle>
          <a:p>
            <a:pPr lvl="0"/>
            <a:r>
              <a:rPr lang="en-US" noProof="0"/>
              <a:t>Click to edit Master subtitle style</a:t>
            </a:r>
            <a:endParaRPr lang="en-GB" noProof="0" dirty="0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71346B4F-F02C-40EC-9B70-932B18214C6A}"/>
              </a:ext>
            </a:extLst>
          </p:cNvPr>
          <p:cNvSpPr>
            <a:spLocks noGrp="1"/>
          </p:cNvSpPr>
          <p:nvPr>
            <p:ph type="ftr" sz="quarter" idx="16"/>
          </p:nvPr>
        </p:nvSpPr>
        <p:spPr/>
        <p:txBody>
          <a:bodyPr/>
          <a:lstStyle/>
          <a:p>
            <a:r>
              <a:rPr lang="en-GB"/>
              <a:t>Title</a:t>
            </a:r>
            <a:endParaRPr lang="en-GB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E67EB69-BB5A-407E-BF0A-1CB9B24506D8}"/>
              </a:ext>
            </a:extLst>
          </p:cNvPr>
          <p:cNvSpPr>
            <a:spLocks noGrp="1"/>
          </p:cNvSpPr>
          <p:nvPr>
            <p:ph type="sldNum" sz="quarter" idx="17"/>
          </p:nvPr>
        </p:nvSpPr>
        <p:spPr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103EA872-A674-449B-A120-B97244F8E91D}" type="slidenum">
              <a:rPr lang="en-GB" smtClean="0"/>
              <a:pPr/>
              <a:t>‹#›</a:t>
            </a:fld>
            <a:endParaRPr lang="en-GB" dirty="0"/>
          </a:p>
        </p:txBody>
      </p:sp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0B285F0C-D96E-1E47-B5CB-0D4402240661}"/>
              </a:ext>
            </a:extLst>
          </p:cNvPr>
          <p:cNvSpPr>
            <a:spLocks noGrp="1"/>
          </p:cNvSpPr>
          <p:nvPr>
            <p:ph type="dt" sz="half" idx="18"/>
          </p:nvPr>
        </p:nvSpPr>
        <p:spPr/>
        <p:txBody>
          <a:bodyPr/>
          <a:lstStyle/>
          <a:p>
            <a:r>
              <a:rPr lang="da-DK"/>
              <a:t>Date</a:t>
            </a:r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225919311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  <p:extLst>
    <p:ext uri="{DCECCB84-F9BA-43D5-87BE-67443E8EF086}">
      <p15:sldGuideLst xmlns:p15="http://schemas.microsoft.com/office/powerpoint/2012/main">
        <p15:guide id="1" pos="156" userDrawn="1">
          <p15:clr>
            <a:srgbClr val="F26B43"/>
          </p15:clr>
        </p15:guide>
        <p15:guide id="2" pos="6984" userDrawn="1">
          <p15:clr>
            <a:srgbClr val="F26B43"/>
          </p15:clr>
        </p15:guide>
      </p15:sldGuideLst>
    </p:ext>
  </p:extLst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One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itle 6">
            <a:extLst>
              <a:ext uri="{FF2B5EF4-FFF2-40B4-BE49-F238E27FC236}">
                <a16:creationId xmlns:a16="http://schemas.microsoft.com/office/drawing/2014/main" id="{248A0E3C-0CE1-4BBF-A912-5A81BF3B7BC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 dirty="0"/>
          </a:p>
        </p:txBody>
      </p:sp>
      <p:sp>
        <p:nvSpPr>
          <p:cNvPr id="2" name="Footer Placeholder 1">
            <a:extLst>
              <a:ext uri="{FF2B5EF4-FFF2-40B4-BE49-F238E27FC236}">
                <a16:creationId xmlns:a16="http://schemas.microsoft.com/office/drawing/2014/main" id="{1FCA8860-CDAD-4F91-9292-2B11655C191E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r>
              <a:rPr lang="en-GB"/>
              <a:t>Title</a:t>
            </a:r>
            <a:endParaRPr lang="en-GB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8C7A21B-9B48-4777-BF0D-9FB95719C2E7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103EA872-A674-449B-A120-B97244F8E91D}" type="slidenum">
              <a:rPr lang="en-GB" smtClean="0"/>
              <a:pPr/>
              <a:t>‹#›</a:t>
            </a:fld>
            <a:endParaRPr lang="en-GB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438090D-9E9E-D19F-64E8-48E3721AB667}"/>
              </a:ext>
            </a:extLst>
          </p:cNvPr>
          <p:cNvSpPr>
            <a:spLocks noGrp="1"/>
          </p:cNvSpPr>
          <p:nvPr>
            <p:ph type="dt" sz="half" idx="12"/>
          </p:nvPr>
        </p:nvSpPr>
        <p:spPr/>
        <p:txBody>
          <a:bodyPr/>
          <a:lstStyle/>
          <a:p>
            <a:r>
              <a:rPr lang="da-DK"/>
              <a:t>Date</a:t>
            </a:r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187774059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pos="6984" userDrawn="1">
          <p15:clr>
            <a:srgbClr val="F26B43"/>
          </p15:clr>
        </p15:guide>
        <p15:guide id="2" pos="1117" userDrawn="1">
          <p15:clr>
            <a:srgbClr val="F26B43"/>
          </p15:clr>
        </p15:guide>
      </p15:sldGuideLst>
    </p:ext>
  </p:extLst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Title 1">
            <a:extLst>
              <a:ext uri="{FF2B5EF4-FFF2-40B4-BE49-F238E27FC236}">
                <a16:creationId xmlns:a16="http://schemas.microsoft.com/office/drawing/2014/main" id="{5EB1D5E1-0C4E-4A74-BE37-26307F7E282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774726" y="426127"/>
            <a:ext cx="9312374" cy="972716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GB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1774800" y="1706399"/>
            <a:ext cx="4410177" cy="4546800"/>
          </a:xfrm>
        </p:spPr>
        <p:txBody>
          <a:bodyPr/>
          <a:lstStyle>
            <a:lvl1pPr>
              <a:defRPr sz="1800"/>
            </a:lvl1pPr>
            <a:lvl2pPr>
              <a:defRPr sz="1800"/>
            </a:lvl2pPr>
            <a:lvl3pPr>
              <a:defRPr sz="18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678001" y="1706399"/>
            <a:ext cx="4409100" cy="4546800"/>
          </a:xfrm>
        </p:spPr>
        <p:txBody>
          <a:bodyPr/>
          <a:lstStyle>
            <a:lvl1pPr>
              <a:defRPr sz="1800"/>
            </a:lvl1pPr>
            <a:lvl2pPr>
              <a:defRPr sz="1800"/>
            </a:lvl2pPr>
            <a:lvl3pPr>
              <a:defRPr sz="18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 dirty="0"/>
          </a:p>
        </p:txBody>
      </p:sp>
      <p:sp>
        <p:nvSpPr>
          <p:cNvPr id="7" name="Footer Placeholder 6">
            <a:extLst>
              <a:ext uri="{FF2B5EF4-FFF2-40B4-BE49-F238E27FC236}">
                <a16:creationId xmlns:a16="http://schemas.microsoft.com/office/drawing/2014/main" id="{02499420-B0E8-4C8A-8C00-E21262271ADD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r>
              <a:rPr lang="en-GB"/>
              <a:t>Title</a:t>
            </a:r>
            <a:endParaRPr lang="en-GB" dirty="0"/>
          </a:p>
        </p:txBody>
      </p:sp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E3EE7F0E-E606-41AC-BBBF-B5AECB1112EB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103EA872-A674-449B-A120-B97244F8E91D}" type="slidenum">
              <a:rPr lang="en-GB" smtClean="0"/>
              <a:pPr/>
              <a:t>‹#›</a:t>
            </a:fld>
            <a:endParaRPr lang="en-GB" dirty="0"/>
          </a:p>
        </p:txBody>
      </p:sp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B741092B-FA79-D49E-746F-FF6DB5D47900}"/>
              </a:ext>
            </a:extLst>
          </p:cNvPr>
          <p:cNvSpPr>
            <a:spLocks noGrp="1"/>
          </p:cNvSpPr>
          <p:nvPr>
            <p:ph type="dt" sz="half" idx="12"/>
          </p:nvPr>
        </p:nvSpPr>
        <p:spPr/>
        <p:txBody>
          <a:bodyPr/>
          <a:lstStyle/>
          <a:p>
            <a:r>
              <a:rPr lang="da-DK"/>
              <a:t>Date</a:t>
            </a:r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813522859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pos="1118">
          <p15:clr>
            <a:srgbClr val="F26B43"/>
          </p15:clr>
        </p15:guide>
        <p15:guide id="2" pos="3896">
          <p15:clr>
            <a:srgbClr val="F26B43"/>
          </p15:clr>
        </p15:guide>
        <p15:guide id="3" pos="4205">
          <p15:clr>
            <a:srgbClr val="F26B43"/>
          </p15:clr>
        </p15:guide>
        <p15:guide id="4" pos="6984">
          <p15:clr>
            <a:srgbClr val="F26B43"/>
          </p15:clr>
        </p15:guide>
      </p15:sldGuideLst>
    </p:ext>
  </p:extLst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ext and two picture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Title 15">
            <a:extLst>
              <a:ext uri="{FF2B5EF4-FFF2-40B4-BE49-F238E27FC236}">
                <a16:creationId xmlns:a16="http://schemas.microsoft.com/office/drawing/2014/main" id="{90A2595F-A737-4D92-946C-EC0BBF88533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774726" y="426127"/>
            <a:ext cx="6048672" cy="972716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GB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1774726" y="1706328"/>
            <a:ext cx="6048672" cy="454557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 dirty="0"/>
          </a:p>
        </p:txBody>
      </p:sp>
      <p:sp>
        <p:nvSpPr>
          <p:cNvPr id="10" name="Picture Placeholder 9">
            <a:extLst>
              <a:ext uri="{FF2B5EF4-FFF2-40B4-BE49-F238E27FC236}">
                <a16:creationId xmlns:a16="http://schemas.microsoft.com/office/drawing/2014/main" id="{565D29D0-EA4F-4318-8A82-6C2B200A712B}"/>
              </a:ext>
            </a:extLst>
          </p:cNvPr>
          <p:cNvSpPr>
            <a:spLocks noGrp="1"/>
          </p:cNvSpPr>
          <p:nvPr>
            <p:ph type="pic" sz="quarter" idx="13" hasCustomPrompt="1"/>
          </p:nvPr>
        </p:nvSpPr>
        <p:spPr>
          <a:xfrm>
            <a:off x="8331213" y="849734"/>
            <a:ext cx="3859200" cy="2505600"/>
          </a:xfrm>
        </p:spPr>
        <p:txBody>
          <a:bodyPr/>
          <a:lstStyle>
            <a:lvl1pPr marL="0" indent="0" algn="ctr">
              <a:buNone/>
              <a:defRPr sz="1200"/>
            </a:lvl1pPr>
          </a:lstStyle>
          <a:p>
            <a:r>
              <a:rPr lang="en-GB" dirty="0"/>
              <a:t>Click the placeholder and paste image via Skyfish icon</a:t>
            </a:r>
          </a:p>
        </p:txBody>
      </p:sp>
      <p:sp>
        <p:nvSpPr>
          <p:cNvPr id="12" name="Picture Placeholder 11">
            <a:extLst>
              <a:ext uri="{FF2B5EF4-FFF2-40B4-BE49-F238E27FC236}">
                <a16:creationId xmlns:a16="http://schemas.microsoft.com/office/drawing/2014/main" id="{25B8511D-E10E-40C3-82A6-3DCDC97CF6C2}"/>
              </a:ext>
            </a:extLst>
          </p:cNvPr>
          <p:cNvSpPr>
            <a:spLocks noGrp="1"/>
          </p:cNvSpPr>
          <p:nvPr>
            <p:ph type="pic" sz="quarter" idx="14" hasCustomPrompt="1"/>
          </p:nvPr>
        </p:nvSpPr>
        <p:spPr>
          <a:xfrm>
            <a:off x="8331213" y="3563718"/>
            <a:ext cx="3859200" cy="2505600"/>
          </a:xfrm>
        </p:spPr>
        <p:txBody>
          <a:bodyPr/>
          <a:lstStyle>
            <a:lvl1pPr marL="0" indent="0" algn="ctr">
              <a:buNone/>
              <a:defRPr sz="1200"/>
            </a:lvl1pPr>
          </a:lstStyle>
          <a:p>
            <a:r>
              <a:rPr lang="en-GB" dirty="0"/>
              <a:t>Click the placeholder and paste image via Skyfish icon</a:t>
            </a:r>
          </a:p>
          <a:p>
            <a:endParaRPr lang="en-GB" dirty="0"/>
          </a:p>
        </p:txBody>
      </p:sp>
      <p:sp>
        <p:nvSpPr>
          <p:cNvPr id="2" name="Footer Placeholder 1">
            <a:extLst>
              <a:ext uri="{FF2B5EF4-FFF2-40B4-BE49-F238E27FC236}">
                <a16:creationId xmlns:a16="http://schemas.microsoft.com/office/drawing/2014/main" id="{D2986237-C7E2-4498-82A4-361A340A6504}"/>
              </a:ext>
            </a:extLst>
          </p:cNvPr>
          <p:cNvSpPr>
            <a:spLocks noGrp="1"/>
          </p:cNvSpPr>
          <p:nvPr>
            <p:ph type="ftr" sz="quarter" idx="15"/>
          </p:nvPr>
        </p:nvSpPr>
        <p:spPr/>
        <p:txBody>
          <a:bodyPr/>
          <a:lstStyle/>
          <a:p>
            <a:r>
              <a:rPr lang="en-GB"/>
              <a:t>Title</a:t>
            </a:r>
            <a:endParaRPr lang="en-GB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1664EEF-2B63-484E-803A-4FCD66F243A5}"/>
              </a:ext>
            </a:extLst>
          </p:cNvPr>
          <p:cNvSpPr>
            <a:spLocks noGrp="1"/>
          </p:cNvSpPr>
          <p:nvPr>
            <p:ph type="sldNum" sz="quarter" idx="16"/>
          </p:nvPr>
        </p:nvSpPr>
        <p:spPr/>
        <p:txBody>
          <a:bodyPr/>
          <a:lstStyle/>
          <a:p>
            <a:fld id="{103EA872-A674-449B-A120-B97244F8E91D}" type="slidenum">
              <a:rPr lang="en-GB" smtClean="0"/>
              <a:pPr/>
              <a:t>‹#›</a:t>
            </a:fld>
            <a:endParaRPr lang="en-GB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BF84AB2-789D-CA6F-1F13-DDE15E0777A5}"/>
              </a:ext>
            </a:extLst>
          </p:cNvPr>
          <p:cNvSpPr>
            <a:spLocks noGrp="1"/>
          </p:cNvSpPr>
          <p:nvPr>
            <p:ph type="dt" sz="half" idx="17"/>
          </p:nvPr>
        </p:nvSpPr>
        <p:spPr/>
        <p:txBody>
          <a:bodyPr/>
          <a:lstStyle/>
          <a:p>
            <a:r>
              <a:rPr lang="da-DK"/>
              <a:t>Date</a:t>
            </a:r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922670733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pos="4927" userDrawn="1">
          <p15:clr>
            <a:srgbClr val="F26B43"/>
          </p15:clr>
        </p15:guide>
        <p15:guide id="2" pos="5247" userDrawn="1">
          <p15:clr>
            <a:srgbClr val="F26B43"/>
          </p15:clr>
        </p15:guide>
        <p15:guide id="3" pos="1117" userDrawn="1">
          <p15:clr>
            <a:srgbClr val="F26B43"/>
          </p15:clr>
        </p15:guide>
      </p15:sldGuideLst>
    </p:ext>
  </p:extLst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wo pictures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Title 17">
            <a:extLst>
              <a:ext uri="{FF2B5EF4-FFF2-40B4-BE49-F238E27FC236}">
                <a16:creationId xmlns:a16="http://schemas.microsoft.com/office/drawing/2014/main" id="{92213382-11A1-48CE-B0A0-D8A7D26861F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221360" y="426127"/>
            <a:ext cx="6865740" cy="972716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GB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221360" y="1706328"/>
            <a:ext cx="6865740" cy="454557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 dirty="0"/>
          </a:p>
        </p:txBody>
      </p:sp>
      <p:sp>
        <p:nvSpPr>
          <p:cNvPr id="10" name="Picture Placeholder 9">
            <a:extLst>
              <a:ext uri="{FF2B5EF4-FFF2-40B4-BE49-F238E27FC236}">
                <a16:creationId xmlns:a16="http://schemas.microsoft.com/office/drawing/2014/main" id="{565D29D0-EA4F-4318-8A82-6C2B200A712B}"/>
              </a:ext>
            </a:extLst>
          </p:cNvPr>
          <p:cNvSpPr>
            <a:spLocks noGrp="1"/>
          </p:cNvSpPr>
          <p:nvPr>
            <p:ph type="pic" sz="quarter" idx="13" hasCustomPrompt="1"/>
          </p:nvPr>
        </p:nvSpPr>
        <p:spPr>
          <a:xfrm>
            <a:off x="-1" y="1314523"/>
            <a:ext cx="3708000" cy="2455200"/>
          </a:xfrm>
        </p:spPr>
        <p:txBody>
          <a:bodyPr/>
          <a:lstStyle>
            <a:lvl1pPr marL="0" indent="0" algn="ctr">
              <a:buNone/>
              <a:defRPr sz="1200"/>
            </a:lvl1pPr>
          </a:lstStyle>
          <a:p>
            <a:r>
              <a:rPr lang="en-GB" dirty="0"/>
              <a:t>Click the placeholder and paste image via Skyfish icon</a:t>
            </a:r>
          </a:p>
        </p:txBody>
      </p:sp>
      <p:sp>
        <p:nvSpPr>
          <p:cNvPr id="12" name="Picture Placeholder 11">
            <a:extLst>
              <a:ext uri="{FF2B5EF4-FFF2-40B4-BE49-F238E27FC236}">
                <a16:creationId xmlns:a16="http://schemas.microsoft.com/office/drawing/2014/main" id="{25B8511D-E10E-40C3-82A6-3DCDC97CF6C2}"/>
              </a:ext>
            </a:extLst>
          </p:cNvPr>
          <p:cNvSpPr>
            <a:spLocks noGrp="1"/>
          </p:cNvSpPr>
          <p:nvPr>
            <p:ph type="pic" sz="quarter" idx="14" hasCustomPrompt="1"/>
          </p:nvPr>
        </p:nvSpPr>
        <p:spPr>
          <a:xfrm>
            <a:off x="-1" y="3968153"/>
            <a:ext cx="3708000" cy="2455200"/>
          </a:xfrm>
        </p:spPr>
        <p:txBody>
          <a:bodyPr/>
          <a:lstStyle>
            <a:lvl1pPr marL="0" indent="0" algn="ctr">
              <a:buNone/>
              <a:defRPr sz="1200"/>
            </a:lvl1pPr>
          </a:lstStyle>
          <a:p>
            <a:r>
              <a:rPr lang="en-GB" dirty="0"/>
              <a:t>Click the placeholder and paste image via Skyfish icon</a:t>
            </a:r>
          </a:p>
          <a:p>
            <a:endParaRPr lang="en-GB" dirty="0"/>
          </a:p>
        </p:txBody>
      </p:sp>
      <p:sp>
        <p:nvSpPr>
          <p:cNvPr id="2" name="Footer Placeholder 1">
            <a:extLst>
              <a:ext uri="{FF2B5EF4-FFF2-40B4-BE49-F238E27FC236}">
                <a16:creationId xmlns:a16="http://schemas.microsoft.com/office/drawing/2014/main" id="{AE26B732-1A52-4AA9-89FC-8FC5439E40DC}"/>
              </a:ext>
            </a:extLst>
          </p:cNvPr>
          <p:cNvSpPr>
            <a:spLocks noGrp="1"/>
          </p:cNvSpPr>
          <p:nvPr>
            <p:ph type="ftr" sz="quarter" idx="15"/>
          </p:nvPr>
        </p:nvSpPr>
        <p:spPr/>
        <p:txBody>
          <a:bodyPr/>
          <a:lstStyle/>
          <a:p>
            <a:r>
              <a:rPr lang="en-GB"/>
              <a:t>Title</a:t>
            </a:r>
            <a:endParaRPr lang="en-GB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B25D0DC-E43F-43DA-AA0F-C0C54C8939F7}"/>
              </a:ext>
            </a:extLst>
          </p:cNvPr>
          <p:cNvSpPr>
            <a:spLocks noGrp="1"/>
          </p:cNvSpPr>
          <p:nvPr>
            <p:ph type="sldNum" sz="quarter" idx="16"/>
          </p:nvPr>
        </p:nvSpPr>
        <p:spPr/>
        <p:txBody>
          <a:bodyPr/>
          <a:lstStyle/>
          <a:p>
            <a:fld id="{103EA872-A674-449B-A120-B97244F8E91D}" type="slidenum">
              <a:rPr lang="en-GB" smtClean="0"/>
              <a:pPr/>
              <a:t>‹#›</a:t>
            </a:fld>
            <a:endParaRPr lang="en-GB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FA4A2F0-05CC-BD72-2EAF-26BDB05FDFF4}"/>
              </a:ext>
            </a:extLst>
          </p:cNvPr>
          <p:cNvSpPr>
            <a:spLocks noGrp="1"/>
          </p:cNvSpPr>
          <p:nvPr>
            <p:ph type="dt" sz="half" idx="17"/>
          </p:nvPr>
        </p:nvSpPr>
        <p:spPr/>
        <p:txBody>
          <a:bodyPr/>
          <a:lstStyle/>
          <a:p>
            <a:r>
              <a:rPr lang="da-DK"/>
              <a:t>Date</a:t>
            </a:r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283562364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pos="6984" userDrawn="1">
          <p15:clr>
            <a:srgbClr val="F26B43"/>
          </p15:clr>
        </p15:guide>
        <p15:guide id="2" pos="2660" userDrawn="1">
          <p15:clr>
            <a:srgbClr val="F26B43"/>
          </p15:clr>
        </p15:guide>
        <p15:guide id="3" pos="2335" userDrawn="1">
          <p15:clr>
            <a:srgbClr val="F26B43"/>
          </p15:clr>
        </p15:guide>
      </p15:sldGuideLst>
    </p:ext>
  </p:extLst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hree columns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78953C3-F3F7-4638-96F8-7CF20CB55E0C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247650" y="980727"/>
            <a:ext cx="3740400" cy="418115"/>
          </a:xfrm>
        </p:spPr>
        <p:txBody>
          <a:bodyPr/>
          <a:lstStyle>
            <a:lvl1pPr>
              <a:defRPr sz="2400"/>
            </a:lvl1pPr>
          </a:lstStyle>
          <a:p>
            <a:r>
              <a:rPr lang="en-US" dirty="0"/>
              <a:t>Click to add title one line</a:t>
            </a:r>
            <a:endParaRPr lang="en-GB" dirty="0"/>
          </a:p>
        </p:txBody>
      </p:sp>
      <p:sp>
        <p:nvSpPr>
          <p:cNvPr id="15" name="Content Placeholder 2">
            <a:extLst>
              <a:ext uri="{FF2B5EF4-FFF2-40B4-BE49-F238E27FC236}">
                <a16:creationId xmlns:a16="http://schemas.microsoft.com/office/drawing/2014/main" id="{CC0DB591-4602-46B3-B1C3-1E64148AB9B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47650" y="4407150"/>
            <a:ext cx="3740400" cy="1844425"/>
          </a:xfrm>
        </p:spPr>
        <p:txBody>
          <a:bodyPr/>
          <a:lstStyle>
            <a:lvl1pPr>
              <a:defRPr sz="1200"/>
            </a:lvl1pPr>
            <a:lvl2pPr>
              <a:defRPr sz="1200"/>
            </a:lvl2pPr>
            <a:lvl3pPr>
              <a:defRPr sz="120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 dirty="0"/>
          </a:p>
        </p:txBody>
      </p:sp>
      <p:sp>
        <p:nvSpPr>
          <p:cNvPr id="19" name="Text Placeholder 18">
            <a:extLst>
              <a:ext uri="{FF2B5EF4-FFF2-40B4-BE49-F238E27FC236}">
                <a16:creationId xmlns:a16="http://schemas.microsoft.com/office/drawing/2014/main" id="{68416079-1CFC-426F-A6ED-5AB355FC545F}"/>
              </a:ext>
            </a:extLst>
          </p:cNvPr>
          <p:cNvSpPr>
            <a:spLocks noGrp="1"/>
          </p:cNvSpPr>
          <p:nvPr>
            <p:ph type="body" sz="quarter" idx="21" hasCustomPrompt="1"/>
          </p:nvPr>
        </p:nvSpPr>
        <p:spPr>
          <a:xfrm>
            <a:off x="4222750" y="979200"/>
            <a:ext cx="3740400" cy="417767"/>
          </a:xfrm>
        </p:spPr>
        <p:txBody>
          <a:bodyPr anchor="b" anchorCtr="0"/>
          <a:lstStyle>
            <a:lvl1pPr marL="0" indent="0">
              <a:buNone/>
              <a:defRPr sz="2400" b="1"/>
            </a:lvl1pPr>
            <a:lvl2pPr marL="0" indent="0">
              <a:buNone/>
              <a:defRPr sz="2400" b="1"/>
            </a:lvl2pPr>
            <a:lvl3pPr marL="0" indent="0">
              <a:buNone/>
              <a:defRPr sz="2400" b="1"/>
            </a:lvl3pPr>
            <a:lvl4pPr marL="0" indent="0">
              <a:buNone/>
              <a:defRPr sz="2400" b="1"/>
            </a:lvl4pPr>
            <a:lvl5pPr marL="0" indent="0">
              <a:buNone/>
              <a:defRPr sz="2400" b="1"/>
            </a:lvl5pPr>
          </a:lstStyle>
          <a:p>
            <a:pPr lvl="0"/>
            <a:r>
              <a:rPr lang="en-US" dirty="0"/>
              <a:t>Click to add title one line</a:t>
            </a:r>
          </a:p>
        </p:txBody>
      </p:sp>
      <p:sp>
        <p:nvSpPr>
          <p:cNvPr id="21" name="Content Placeholder 20">
            <a:extLst>
              <a:ext uri="{FF2B5EF4-FFF2-40B4-BE49-F238E27FC236}">
                <a16:creationId xmlns:a16="http://schemas.microsoft.com/office/drawing/2014/main" id="{D358873C-68BF-4E89-B536-B3248F2B25FE}"/>
              </a:ext>
            </a:extLst>
          </p:cNvPr>
          <p:cNvSpPr>
            <a:spLocks noGrp="1"/>
          </p:cNvSpPr>
          <p:nvPr>
            <p:ph sz="quarter" idx="22"/>
          </p:nvPr>
        </p:nvSpPr>
        <p:spPr>
          <a:xfrm>
            <a:off x="4222750" y="4406899"/>
            <a:ext cx="3740401" cy="1844675"/>
          </a:xfrm>
        </p:spPr>
        <p:txBody>
          <a:bodyPr/>
          <a:lstStyle>
            <a:lvl1pPr>
              <a:defRPr sz="1200"/>
            </a:lvl1pPr>
            <a:lvl2pPr>
              <a:defRPr sz="1200"/>
            </a:lvl2pPr>
            <a:lvl3pPr>
              <a:defRPr sz="120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 dirty="0"/>
          </a:p>
        </p:txBody>
      </p:sp>
      <p:sp>
        <p:nvSpPr>
          <p:cNvPr id="23" name="Text Placeholder 22">
            <a:extLst>
              <a:ext uri="{FF2B5EF4-FFF2-40B4-BE49-F238E27FC236}">
                <a16:creationId xmlns:a16="http://schemas.microsoft.com/office/drawing/2014/main" id="{69A0E900-1FE2-4CC1-B435-93F3A1189356}"/>
              </a:ext>
            </a:extLst>
          </p:cNvPr>
          <p:cNvSpPr>
            <a:spLocks noGrp="1"/>
          </p:cNvSpPr>
          <p:nvPr>
            <p:ph type="body" sz="quarter" idx="23" hasCustomPrompt="1"/>
          </p:nvPr>
        </p:nvSpPr>
        <p:spPr>
          <a:xfrm>
            <a:off x="8197850" y="979200"/>
            <a:ext cx="3740400" cy="417767"/>
          </a:xfrm>
        </p:spPr>
        <p:txBody>
          <a:bodyPr anchor="b" anchorCtr="0"/>
          <a:lstStyle>
            <a:lvl1pPr marL="0" indent="0">
              <a:buNone/>
              <a:defRPr sz="2400" b="1"/>
            </a:lvl1pPr>
            <a:lvl2pPr marL="0" indent="0">
              <a:buNone/>
              <a:defRPr sz="2400" b="1"/>
            </a:lvl2pPr>
            <a:lvl3pPr marL="0" indent="0">
              <a:buNone/>
              <a:defRPr sz="2400" b="1"/>
            </a:lvl3pPr>
            <a:lvl4pPr marL="0" indent="0">
              <a:buNone/>
              <a:defRPr sz="2400" b="1"/>
            </a:lvl4pPr>
            <a:lvl5pPr marL="0" indent="0">
              <a:buNone/>
              <a:defRPr sz="2400" b="1"/>
            </a:lvl5pPr>
          </a:lstStyle>
          <a:p>
            <a:pPr lvl="0"/>
            <a:r>
              <a:rPr lang="en-US" dirty="0"/>
              <a:t>Click to add title one line</a:t>
            </a:r>
          </a:p>
        </p:txBody>
      </p:sp>
      <p:sp>
        <p:nvSpPr>
          <p:cNvPr id="25" name="Content Placeholder 24">
            <a:extLst>
              <a:ext uri="{FF2B5EF4-FFF2-40B4-BE49-F238E27FC236}">
                <a16:creationId xmlns:a16="http://schemas.microsoft.com/office/drawing/2014/main" id="{E094886A-F110-4851-B1DA-8DFC40D509F8}"/>
              </a:ext>
            </a:extLst>
          </p:cNvPr>
          <p:cNvSpPr>
            <a:spLocks noGrp="1"/>
          </p:cNvSpPr>
          <p:nvPr>
            <p:ph sz="quarter" idx="24"/>
          </p:nvPr>
        </p:nvSpPr>
        <p:spPr>
          <a:xfrm>
            <a:off x="8197850" y="4406899"/>
            <a:ext cx="3740400" cy="1844675"/>
          </a:xfrm>
        </p:spPr>
        <p:txBody>
          <a:bodyPr/>
          <a:lstStyle>
            <a:lvl1pPr>
              <a:defRPr sz="1200"/>
            </a:lvl1pPr>
            <a:lvl2pPr>
              <a:defRPr sz="1200"/>
            </a:lvl2pPr>
            <a:lvl3pPr>
              <a:defRPr sz="120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 dirty="0"/>
          </a:p>
        </p:txBody>
      </p:sp>
      <p:sp>
        <p:nvSpPr>
          <p:cNvPr id="9" name="Picture Placeholder 8">
            <a:extLst>
              <a:ext uri="{FF2B5EF4-FFF2-40B4-BE49-F238E27FC236}">
                <a16:creationId xmlns:a16="http://schemas.microsoft.com/office/drawing/2014/main" id="{91B02311-54A6-4455-B615-BBCA0DA742E4}"/>
              </a:ext>
            </a:extLst>
          </p:cNvPr>
          <p:cNvSpPr>
            <a:spLocks noGrp="1"/>
          </p:cNvSpPr>
          <p:nvPr>
            <p:ph type="pic" sz="quarter" idx="18" hasCustomPrompt="1"/>
          </p:nvPr>
        </p:nvSpPr>
        <p:spPr>
          <a:xfrm>
            <a:off x="247650" y="1546282"/>
            <a:ext cx="3740400" cy="2664000"/>
          </a:xfrm>
        </p:spPr>
        <p:txBody>
          <a:bodyPr/>
          <a:lstStyle>
            <a:lvl1pPr marL="0" indent="0" algn="ctr">
              <a:buNone/>
              <a:defRPr sz="1200"/>
            </a:lvl1pPr>
          </a:lstStyle>
          <a:p>
            <a:r>
              <a:rPr lang="en-GB" dirty="0"/>
              <a:t>Click the placeholder and paste image via Skyfish icon</a:t>
            </a:r>
          </a:p>
        </p:txBody>
      </p:sp>
      <p:sp>
        <p:nvSpPr>
          <p:cNvPr id="13" name="Picture Placeholder 8">
            <a:extLst>
              <a:ext uri="{FF2B5EF4-FFF2-40B4-BE49-F238E27FC236}">
                <a16:creationId xmlns:a16="http://schemas.microsoft.com/office/drawing/2014/main" id="{710A5827-3485-49A0-81F0-FF89EE34B804}"/>
              </a:ext>
            </a:extLst>
          </p:cNvPr>
          <p:cNvSpPr>
            <a:spLocks noGrp="1"/>
          </p:cNvSpPr>
          <p:nvPr>
            <p:ph type="pic" sz="quarter" idx="19" hasCustomPrompt="1"/>
          </p:nvPr>
        </p:nvSpPr>
        <p:spPr>
          <a:xfrm>
            <a:off x="4223149" y="1548581"/>
            <a:ext cx="3740400" cy="2664000"/>
          </a:xfrm>
        </p:spPr>
        <p:txBody>
          <a:bodyPr/>
          <a:lstStyle>
            <a:lvl1pPr marL="0" indent="0" algn="ctr">
              <a:buNone/>
              <a:defRPr sz="1200"/>
            </a:lvl1pPr>
          </a:lstStyle>
          <a:p>
            <a:r>
              <a:rPr lang="en-GB" dirty="0"/>
              <a:t>Click the placeholder and paste image via Skyfish icon</a:t>
            </a:r>
          </a:p>
        </p:txBody>
      </p:sp>
      <p:sp>
        <p:nvSpPr>
          <p:cNvPr id="14" name="Picture Placeholder 8">
            <a:extLst>
              <a:ext uri="{FF2B5EF4-FFF2-40B4-BE49-F238E27FC236}">
                <a16:creationId xmlns:a16="http://schemas.microsoft.com/office/drawing/2014/main" id="{E27B0558-FCB8-4A55-9BA9-182DFF0387F4}"/>
              </a:ext>
            </a:extLst>
          </p:cNvPr>
          <p:cNvSpPr>
            <a:spLocks noGrp="1"/>
          </p:cNvSpPr>
          <p:nvPr>
            <p:ph type="pic" sz="quarter" idx="20" hasCustomPrompt="1"/>
          </p:nvPr>
        </p:nvSpPr>
        <p:spPr>
          <a:xfrm>
            <a:off x="8198648" y="1546282"/>
            <a:ext cx="3740400" cy="2664000"/>
          </a:xfrm>
        </p:spPr>
        <p:txBody>
          <a:bodyPr/>
          <a:lstStyle>
            <a:lvl1pPr marL="0" indent="0" algn="ctr">
              <a:buNone/>
              <a:defRPr sz="1200"/>
            </a:lvl1pPr>
          </a:lstStyle>
          <a:p>
            <a:r>
              <a:rPr lang="en-GB" dirty="0"/>
              <a:t>Click the placeholder and paste image via Skyfish icon</a:t>
            </a:r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71346B4F-F02C-40EC-9B70-932B18214C6A}"/>
              </a:ext>
            </a:extLst>
          </p:cNvPr>
          <p:cNvSpPr>
            <a:spLocks noGrp="1"/>
          </p:cNvSpPr>
          <p:nvPr>
            <p:ph type="ftr" sz="quarter" idx="16"/>
          </p:nvPr>
        </p:nvSpPr>
        <p:spPr/>
        <p:txBody>
          <a:bodyPr/>
          <a:lstStyle/>
          <a:p>
            <a:r>
              <a:rPr lang="en-GB"/>
              <a:t>Title</a:t>
            </a:r>
            <a:endParaRPr lang="en-GB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E67EB69-BB5A-407E-BF0A-1CB9B24506D8}"/>
              </a:ext>
            </a:extLst>
          </p:cNvPr>
          <p:cNvSpPr>
            <a:spLocks noGrp="1"/>
          </p:cNvSpPr>
          <p:nvPr>
            <p:ph type="sldNum" sz="quarter" idx="17"/>
          </p:nvPr>
        </p:nvSpPr>
        <p:spPr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103EA872-A674-449B-A120-B97244F8E91D}" type="slidenum">
              <a:rPr lang="en-GB" smtClean="0"/>
              <a:pPr/>
              <a:t>‹#›</a:t>
            </a:fld>
            <a:endParaRPr lang="en-GB" dirty="0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E27FD562-C942-35C5-7D0D-385A66B6BC5A}"/>
              </a:ext>
            </a:extLst>
          </p:cNvPr>
          <p:cNvSpPr>
            <a:spLocks noGrp="1"/>
          </p:cNvSpPr>
          <p:nvPr>
            <p:ph type="dt" sz="half" idx="25"/>
          </p:nvPr>
        </p:nvSpPr>
        <p:spPr/>
        <p:txBody>
          <a:bodyPr/>
          <a:lstStyle/>
          <a:p>
            <a:r>
              <a:rPr lang="da-DK"/>
              <a:t>Date</a:t>
            </a:r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886374073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  <p:extLst>
    <p:ext uri="{DCECCB84-F9BA-43D5-87BE-67443E8EF086}">
      <p15:sldGuideLst xmlns:p15="http://schemas.microsoft.com/office/powerpoint/2012/main">
        <p15:guide id="1" pos="156">
          <p15:clr>
            <a:srgbClr val="F26B43"/>
          </p15:clr>
        </p15:guide>
        <p15:guide id="2" pos="7522" userDrawn="1">
          <p15:clr>
            <a:srgbClr val="F26B43"/>
          </p15:clr>
        </p15:guide>
      </p15:sldGuideLst>
    </p:ext>
  </p:extLst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Kun tite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4">
            <a:extLst>
              <a:ext uri="{FF2B5EF4-FFF2-40B4-BE49-F238E27FC236}">
                <a16:creationId xmlns:a16="http://schemas.microsoft.com/office/drawing/2014/main" id="{8297DEAA-3B7B-49C7-8C28-3F21F36A93D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 dirty="0"/>
          </a:p>
        </p:txBody>
      </p:sp>
      <p:sp>
        <p:nvSpPr>
          <p:cNvPr id="2" name="Footer Placeholder 1">
            <a:extLst>
              <a:ext uri="{FF2B5EF4-FFF2-40B4-BE49-F238E27FC236}">
                <a16:creationId xmlns:a16="http://schemas.microsoft.com/office/drawing/2014/main" id="{51F74546-9D06-4CF7-806D-E04B043BF5A5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r>
              <a:rPr lang="en-GB"/>
              <a:t>Title</a:t>
            </a:r>
            <a:endParaRPr lang="en-GB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2F53AB3-8AAF-469F-AD3F-AE5E1A39D7C8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103EA872-A674-449B-A120-B97244F8E91D}" type="slidenum">
              <a:rPr lang="en-GB" smtClean="0"/>
              <a:pPr/>
              <a:t>‹#›</a:t>
            </a:fld>
            <a:endParaRPr lang="en-GB" dirty="0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6164AFAB-198F-4969-6DA5-846B1D959C60}"/>
              </a:ext>
            </a:extLst>
          </p:cNvPr>
          <p:cNvSpPr>
            <a:spLocks noGrp="1"/>
          </p:cNvSpPr>
          <p:nvPr>
            <p:ph type="dt" sz="half" idx="12"/>
          </p:nvPr>
        </p:nvSpPr>
        <p:spPr/>
        <p:txBody>
          <a:bodyPr/>
          <a:lstStyle/>
          <a:p>
            <a:r>
              <a:rPr lang="da-DK"/>
              <a:t>Date</a:t>
            </a:r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20845512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pos="1117" userDrawn="1">
          <p15:clr>
            <a:srgbClr val="F26B43"/>
          </p15:clr>
        </p15:guide>
        <p15:guide id="2" pos="6984" userDrawn="1">
          <p15:clr>
            <a:srgbClr val="F26B43"/>
          </p15:clr>
        </p15:guide>
      </p15:sldGuideLst>
    </p:ext>
  </p:extLst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Logo og footer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3AE75ABF-082F-4A38-B952-09157E37A81A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r>
              <a:rPr lang="en-GB"/>
              <a:t>Title</a:t>
            </a:r>
            <a:endParaRPr lang="en-GB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D0A39F3A-7714-4FD6-9132-D60FFA220D98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103EA872-A674-449B-A120-B97244F8E91D}" type="slidenum">
              <a:rPr lang="en-GB" smtClean="0"/>
              <a:pPr/>
              <a:t>‹#›</a:t>
            </a:fld>
            <a:endParaRPr lang="en-GB" dirty="0"/>
          </a:p>
        </p:txBody>
      </p:sp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DF62CE95-4F12-D4A0-AAC9-34618B004C81}"/>
              </a:ext>
            </a:extLst>
          </p:cNvPr>
          <p:cNvSpPr>
            <a:spLocks noGrp="1"/>
          </p:cNvSpPr>
          <p:nvPr>
            <p:ph type="dt" sz="half" idx="12"/>
          </p:nvPr>
        </p:nvSpPr>
        <p:spPr/>
        <p:txBody>
          <a:bodyPr/>
          <a:lstStyle/>
          <a:p>
            <a:r>
              <a:rPr lang="da-DK"/>
              <a:t>Date</a:t>
            </a:r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66926470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Front/Pause A 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Background">
            <a:extLst>
              <a:ext uri="{FF2B5EF4-FFF2-40B4-BE49-F238E27FC236}">
                <a16:creationId xmlns:a16="http://schemas.microsoft.com/office/drawing/2014/main" id="{AF9D3C51-A276-4E1F-B6B6-FD6A4E17EE28}"/>
              </a:ext>
            </a:extLst>
          </p:cNvPr>
          <p:cNvSpPr/>
          <p:nvPr userDrawn="1"/>
        </p:nvSpPr>
        <p:spPr bwMode="auto">
          <a:xfrm>
            <a:off x="0" y="-3600"/>
            <a:ext cx="12193200" cy="6861600"/>
          </a:xfrm>
          <a:prstGeom prst="rect">
            <a:avLst/>
          </a:prstGeom>
          <a:solidFill>
            <a:srgbClr val="79238E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0" tIns="0" rIns="0" bIns="0" numCol="1" rtlCol="0" anchor="t" anchorCtr="0" compatLnSpc="1">
            <a:prstTxWarp prst="textNoShape">
              <a:avLst/>
            </a:prstTxWarp>
          </a:bodyPr>
          <a:lstStyle/>
          <a:p>
            <a:pPr marL="0" marR="0" indent="0" algn="l" defTabSz="914400" rtl="0" eaLnBrk="1" fontAlgn="base" latinLnBrk="0" hangingPunct="1">
              <a:lnSpc>
                <a:spcPct val="100000"/>
              </a:lnSpc>
              <a:spcBef>
                <a:spcPct val="5000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GB" sz="16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  <a:ea typeface="ＭＳ Ｐゴシック" pitchFamily="-80" charset="-128"/>
            </a:endParaRPr>
          </a:p>
        </p:txBody>
      </p:sp>
      <p:sp>
        <p:nvSpPr>
          <p:cNvPr id="4" name="Date Placeholder 2">
            <a:extLst>
              <a:ext uri="{FF2B5EF4-FFF2-40B4-BE49-F238E27FC236}">
                <a16:creationId xmlns:a16="http://schemas.microsoft.com/office/drawing/2014/main" id="{C9776080-6230-4AB8-AB28-4D6744DD01F9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0" y="6912000"/>
            <a:ext cx="0" cy="0"/>
          </a:xfrm>
          <a:prstGeom prst="rect">
            <a:avLst/>
          </a:prstGeom>
        </p:spPr>
        <p:txBody>
          <a:bodyPr/>
          <a:lstStyle>
            <a:lvl1pPr>
              <a:defRPr>
                <a:noFill/>
              </a:defRPr>
            </a:lvl1pPr>
          </a:lstStyle>
          <a:p>
            <a:r>
              <a:rPr lang="da-DK"/>
              <a:t>Date</a:t>
            </a:r>
            <a:endParaRPr lang="en-GB" dirty="0"/>
          </a:p>
        </p:txBody>
      </p:sp>
      <p:sp>
        <p:nvSpPr>
          <p:cNvPr id="5" name="Footer Placeholder 3">
            <a:extLst>
              <a:ext uri="{FF2B5EF4-FFF2-40B4-BE49-F238E27FC236}">
                <a16:creationId xmlns:a16="http://schemas.microsoft.com/office/drawing/2014/main" id="{2B7FFAE6-D148-4A15-9DFC-7D71B82020C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0" y="6912000"/>
            <a:ext cx="0" cy="0"/>
          </a:xfrm>
        </p:spPr>
        <p:txBody>
          <a:bodyPr/>
          <a:lstStyle>
            <a:lvl1pPr>
              <a:defRPr>
                <a:noFill/>
              </a:defRPr>
            </a:lvl1pPr>
          </a:lstStyle>
          <a:p>
            <a:r>
              <a:rPr lang="en-GB"/>
              <a:t>Title</a:t>
            </a:r>
            <a:endParaRPr lang="en-GB" dirty="0"/>
          </a:p>
        </p:txBody>
      </p:sp>
      <p:sp>
        <p:nvSpPr>
          <p:cNvPr id="6" name="Slide Number Placeholder 4">
            <a:extLst>
              <a:ext uri="{FF2B5EF4-FFF2-40B4-BE49-F238E27FC236}">
                <a16:creationId xmlns:a16="http://schemas.microsoft.com/office/drawing/2014/main" id="{3125B57E-AFC7-4517-B327-461DB01D286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 flipV="1">
            <a:off x="0" y="6912000"/>
            <a:ext cx="0" cy="0"/>
          </a:xfrm>
        </p:spPr>
        <p:txBody>
          <a:bodyPr/>
          <a:lstStyle>
            <a:lvl1pPr>
              <a:defRPr>
                <a:noFill/>
              </a:defRPr>
            </a:lvl1pPr>
          </a:lstStyle>
          <a:p>
            <a:fld id="{24C8C45C-947F-4981-8B3F-4F32E973C901}" type="slidenum">
              <a:rPr lang="en-GB" smtClean="0"/>
              <a:pPr/>
              <a:t>‹#›</a:t>
            </a:fld>
            <a:endParaRPr lang="en-GB" dirty="0"/>
          </a:p>
        </p:txBody>
      </p:sp>
      <p:sp>
        <p:nvSpPr>
          <p:cNvPr id="10" name="Logo color">
            <a:extLst>
              <a:ext uri="{FF2B5EF4-FFF2-40B4-BE49-F238E27FC236}">
                <a16:creationId xmlns:a16="http://schemas.microsoft.com/office/drawing/2014/main" id="{B0EE486B-843B-49D6-90AE-5093AB56E30F}"/>
              </a:ext>
            </a:extLst>
          </p:cNvPr>
          <p:cNvSpPr>
            <a:spLocks noChangeAspect="1"/>
          </p:cNvSpPr>
          <p:nvPr userDrawn="1">
            <p:custDataLst>
              <p:tags r:id="rId1"/>
            </p:custDataLst>
          </p:nvPr>
        </p:nvSpPr>
        <p:spPr bwMode="auto">
          <a:xfrm>
            <a:off x="4870539" y="1651373"/>
            <a:ext cx="2388323" cy="3483354"/>
          </a:xfrm>
          <a:custGeom>
            <a:avLst/>
            <a:gdLst>
              <a:gd name="connsiteX0" fmla="*/ 1050029 w 4933949"/>
              <a:gd name="connsiteY0" fmla="*/ 6094413 h 7196138"/>
              <a:gd name="connsiteX1" fmla="*/ 3883920 w 4933949"/>
              <a:gd name="connsiteY1" fmla="*/ 6094413 h 7196138"/>
              <a:gd name="connsiteX2" fmla="*/ 4933949 w 4933949"/>
              <a:gd name="connsiteY2" fmla="*/ 6645934 h 7196138"/>
              <a:gd name="connsiteX3" fmla="*/ 3883920 w 4933949"/>
              <a:gd name="connsiteY3" fmla="*/ 7196138 h 7196138"/>
              <a:gd name="connsiteX4" fmla="*/ 1050029 w 4933949"/>
              <a:gd name="connsiteY4" fmla="*/ 7196138 h 7196138"/>
              <a:gd name="connsiteX5" fmla="*/ 0 w 4933949"/>
              <a:gd name="connsiteY5" fmla="*/ 6645934 h 7196138"/>
              <a:gd name="connsiteX6" fmla="*/ 1050029 w 4933949"/>
              <a:gd name="connsiteY6" fmla="*/ 6094413 h 7196138"/>
              <a:gd name="connsiteX7" fmla="*/ 1050029 w 4933949"/>
              <a:gd name="connsiteY7" fmla="*/ 4730750 h 7196138"/>
              <a:gd name="connsiteX8" fmla="*/ 3883920 w 4933949"/>
              <a:gd name="connsiteY8" fmla="*/ 4730750 h 7196138"/>
              <a:gd name="connsiteX9" fmla="*/ 4933949 w 4933949"/>
              <a:gd name="connsiteY9" fmla="*/ 5283066 h 7196138"/>
              <a:gd name="connsiteX10" fmla="*/ 3883920 w 4933949"/>
              <a:gd name="connsiteY10" fmla="*/ 5834063 h 7196138"/>
              <a:gd name="connsiteX11" fmla="*/ 1050029 w 4933949"/>
              <a:gd name="connsiteY11" fmla="*/ 5834063 h 7196138"/>
              <a:gd name="connsiteX12" fmla="*/ 0 w 4933949"/>
              <a:gd name="connsiteY12" fmla="*/ 5283066 h 7196138"/>
              <a:gd name="connsiteX13" fmla="*/ 1050029 w 4933949"/>
              <a:gd name="connsiteY13" fmla="*/ 4730750 h 7196138"/>
              <a:gd name="connsiteX14" fmla="*/ 1050029 w 4933949"/>
              <a:gd name="connsiteY14" fmla="*/ 3368675 h 7196138"/>
              <a:gd name="connsiteX15" fmla="*/ 3883920 w 4933949"/>
              <a:gd name="connsiteY15" fmla="*/ 3368675 h 7196138"/>
              <a:gd name="connsiteX16" fmla="*/ 4933949 w 4933949"/>
              <a:gd name="connsiteY16" fmla="*/ 3920991 h 7196138"/>
              <a:gd name="connsiteX17" fmla="*/ 3883920 w 4933949"/>
              <a:gd name="connsiteY17" fmla="*/ 4471988 h 7196138"/>
              <a:gd name="connsiteX18" fmla="*/ 1050029 w 4933949"/>
              <a:gd name="connsiteY18" fmla="*/ 4471988 h 7196138"/>
              <a:gd name="connsiteX19" fmla="*/ 0 w 4933949"/>
              <a:gd name="connsiteY19" fmla="*/ 3920991 h 7196138"/>
              <a:gd name="connsiteX20" fmla="*/ 1050029 w 4933949"/>
              <a:gd name="connsiteY20" fmla="*/ 3368675 h 7196138"/>
              <a:gd name="connsiteX21" fmla="*/ 678543 w 4933949"/>
              <a:gd name="connsiteY21" fmla="*/ 305710 h 7196138"/>
              <a:gd name="connsiteX22" fmla="*/ 678543 w 4933949"/>
              <a:gd name="connsiteY22" fmla="*/ 2307316 h 7196138"/>
              <a:gd name="connsiteX23" fmla="*/ 909109 w 4933949"/>
              <a:gd name="connsiteY23" fmla="*/ 2307316 h 7196138"/>
              <a:gd name="connsiteX24" fmla="*/ 1119911 w 4933949"/>
              <a:gd name="connsiteY24" fmla="*/ 2234842 h 7196138"/>
              <a:gd name="connsiteX25" fmla="*/ 1198962 w 4933949"/>
              <a:gd name="connsiteY25" fmla="*/ 1615517 h 7196138"/>
              <a:gd name="connsiteX26" fmla="*/ 1198962 w 4933949"/>
              <a:gd name="connsiteY26" fmla="*/ 996191 h 7196138"/>
              <a:gd name="connsiteX27" fmla="*/ 1119911 w 4933949"/>
              <a:gd name="connsiteY27" fmla="*/ 378184 h 7196138"/>
              <a:gd name="connsiteX28" fmla="*/ 909109 w 4933949"/>
              <a:gd name="connsiteY28" fmla="*/ 305710 h 7196138"/>
              <a:gd name="connsiteX29" fmla="*/ 678543 w 4933949"/>
              <a:gd name="connsiteY29" fmla="*/ 305710 h 7196138"/>
              <a:gd name="connsiteX30" fmla="*/ 1842869 w 4933949"/>
              <a:gd name="connsiteY30" fmla="*/ 0 h 7196138"/>
              <a:gd name="connsiteX31" fmla="*/ 3073618 w 4933949"/>
              <a:gd name="connsiteY31" fmla="*/ 0 h 7196138"/>
              <a:gd name="connsiteX32" fmla="*/ 3114467 w 4933949"/>
              <a:gd name="connsiteY32" fmla="*/ 14495 h 7196138"/>
              <a:gd name="connsiteX33" fmla="*/ 3128962 w 4933949"/>
              <a:gd name="connsiteY33" fmla="*/ 54027 h 7196138"/>
              <a:gd name="connsiteX34" fmla="*/ 3128962 w 4933949"/>
              <a:gd name="connsiteY34" fmla="*/ 275402 h 7196138"/>
              <a:gd name="connsiteX35" fmla="*/ 3114467 w 4933949"/>
              <a:gd name="connsiteY35" fmla="*/ 314934 h 7196138"/>
              <a:gd name="connsiteX36" fmla="*/ 3073618 w 4933949"/>
              <a:gd name="connsiteY36" fmla="*/ 329429 h 7196138"/>
              <a:gd name="connsiteX37" fmla="*/ 2679620 w 4933949"/>
              <a:gd name="connsiteY37" fmla="*/ 329429 h 7196138"/>
              <a:gd name="connsiteX38" fmla="*/ 2679620 w 4933949"/>
              <a:gd name="connsiteY38" fmla="*/ 2558999 h 7196138"/>
              <a:gd name="connsiteX39" fmla="*/ 2665125 w 4933949"/>
              <a:gd name="connsiteY39" fmla="*/ 2598530 h 7196138"/>
              <a:gd name="connsiteX40" fmla="*/ 2625594 w 4933949"/>
              <a:gd name="connsiteY40" fmla="*/ 2613025 h 7196138"/>
              <a:gd name="connsiteX41" fmla="*/ 2290893 w 4933949"/>
              <a:gd name="connsiteY41" fmla="*/ 2613025 h 7196138"/>
              <a:gd name="connsiteX42" fmla="*/ 2250044 w 4933949"/>
              <a:gd name="connsiteY42" fmla="*/ 2598530 h 7196138"/>
              <a:gd name="connsiteX43" fmla="*/ 2235549 w 4933949"/>
              <a:gd name="connsiteY43" fmla="*/ 2558999 h 7196138"/>
              <a:gd name="connsiteX44" fmla="*/ 2235549 w 4933949"/>
              <a:gd name="connsiteY44" fmla="*/ 329429 h 7196138"/>
              <a:gd name="connsiteX45" fmla="*/ 1842869 w 4933949"/>
              <a:gd name="connsiteY45" fmla="*/ 329429 h 7196138"/>
              <a:gd name="connsiteX46" fmla="*/ 1802020 w 4933949"/>
              <a:gd name="connsiteY46" fmla="*/ 314934 h 7196138"/>
              <a:gd name="connsiteX47" fmla="*/ 1787525 w 4933949"/>
              <a:gd name="connsiteY47" fmla="*/ 275402 h 7196138"/>
              <a:gd name="connsiteX48" fmla="*/ 1787525 w 4933949"/>
              <a:gd name="connsiteY48" fmla="*/ 54027 h 7196138"/>
              <a:gd name="connsiteX49" fmla="*/ 1802020 w 4933949"/>
              <a:gd name="connsiteY49" fmla="*/ 14495 h 7196138"/>
              <a:gd name="connsiteX50" fmla="*/ 1842869 w 4933949"/>
              <a:gd name="connsiteY50" fmla="*/ 0 h 7196138"/>
              <a:gd name="connsiteX51" fmla="*/ 317544 w 4933949"/>
              <a:gd name="connsiteY51" fmla="*/ 0 h 7196138"/>
              <a:gd name="connsiteX52" fmla="*/ 972349 w 4933949"/>
              <a:gd name="connsiteY52" fmla="*/ 0 h 7196138"/>
              <a:gd name="connsiteX53" fmla="*/ 1476958 w 4933949"/>
              <a:gd name="connsiteY53" fmla="*/ 179209 h 7196138"/>
              <a:gd name="connsiteX54" fmla="*/ 1619250 w 4933949"/>
              <a:gd name="connsiteY54" fmla="*/ 1025181 h 7196138"/>
              <a:gd name="connsiteX55" fmla="*/ 1619250 w 4933949"/>
              <a:gd name="connsiteY55" fmla="*/ 1587845 h 7196138"/>
              <a:gd name="connsiteX56" fmla="*/ 1476958 w 4933949"/>
              <a:gd name="connsiteY56" fmla="*/ 2433816 h 7196138"/>
              <a:gd name="connsiteX57" fmla="*/ 972349 w 4933949"/>
              <a:gd name="connsiteY57" fmla="*/ 2613025 h 7196138"/>
              <a:gd name="connsiteX58" fmla="*/ 317544 w 4933949"/>
              <a:gd name="connsiteY58" fmla="*/ 2613025 h 7196138"/>
              <a:gd name="connsiteX59" fmla="*/ 278018 w 4933949"/>
              <a:gd name="connsiteY59" fmla="*/ 2598530 h 7196138"/>
              <a:gd name="connsiteX60" fmla="*/ 263525 w 4933949"/>
              <a:gd name="connsiteY60" fmla="*/ 2558999 h 7196138"/>
              <a:gd name="connsiteX61" fmla="*/ 263525 w 4933949"/>
              <a:gd name="connsiteY61" fmla="*/ 54027 h 7196138"/>
              <a:gd name="connsiteX62" fmla="*/ 278018 w 4933949"/>
              <a:gd name="connsiteY62" fmla="*/ 14495 h 7196138"/>
              <a:gd name="connsiteX63" fmla="*/ 317544 w 4933949"/>
              <a:gd name="connsiteY63" fmla="*/ 0 h 7196138"/>
              <a:gd name="connsiteX64" fmla="*/ 3359213 w 4933949"/>
              <a:gd name="connsiteY64" fmla="*/ 0 h 7196138"/>
              <a:gd name="connsiteX65" fmla="*/ 3664991 w 4933949"/>
              <a:gd name="connsiteY65" fmla="*/ 0 h 7196138"/>
              <a:gd name="connsiteX66" fmla="*/ 3705850 w 4933949"/>
              <a:gd name="connsiteY66" fmla="*/ 14497 h 7196138"/>
              <a:gd name="connsiteX67" fmla="*/ 3720348 w 4933949"/>
              <a:gd name="connsiteY67" fmla="*/ 54035 h 7196138"/>
              <a:gd name="connsiteX68" fmla="*/ 3720348 w 4933949"/>
              <a:gd name="connsiteY68" fmla="*/ 1903062 h 7196138"/>
              <a:gd name="connsiteX69" fmla="*/ 3798111 w 4933949"/>
              <a:gd name="connsiteY69" fmla="*/ 2279984 h 7196138"/>
              <a:gd name="connsiteX70" fmla="*/ 3976042 w 4933949"/>
              <a:gd name="connsiteY70" fmla="*/ 2349833 h 7196138"/>
              <a:gd name="connsiteX71" fmla="*/ 4163200 w 4933949"/>
              <a:gd name="connsiteY71" fmla="*/ 2279984 h 7196138"/>
              <a:gd name="connsiteX72" fmla="*/ 4240963 w 4933949"/>
              <a:gd name="connsiteY72" fmla="*/ 1903062 h 7196138"/>
              <a:gd name="connsiteX73" fmla="*/ 4240963 w 4933949"/>
              <a:gd name="connsiteY73" fmla="*/ 54035 h 7196138"/>
              <a:gd name="connsiteX74" fmla="*/ 4255461 w 4933949"/>
              <a:gd name="connsiteY74" fmla="*/ 14497 h 7196138"/>
              <a:gd name="connsiteX75" fmla="*/ 4295001 w 4933949"/>
              <a:gd name="connsiteY75" fmla="*/ 0 h 7196138"/>
              <a:gd name="connsiteX76" fmla="*/ 4602098 w 4933949"/>
              <a:gd name="connsiteY76" fmla="*/ 0 h 7196138"/>
              <a:gd name="connsiteX77" fmla="*/ 4641638 w 4933949"/>
              <a:gd name="connsiteY77" fmla="*/ 14497 h 7196138"/>
              <a:gd name="connsiteX78" fmla="*/ 4656136 w 4933949"/>
              <a:gd name="connsiteY78" fmla="*/ 54035 h 7196138"/>
              <a:gd name="connsiteX79" fmla="*/ 4656136 w 4933949"/>
              <a:gd name="connsiteY79" fmla="*/ 1904380 h 7196138"/>
              <a:gd name="connsiteX80" fmla="*/ 4507201 w 4933949"/>
              <a:gd name="connsiteY80" fmla="*/ 2459220 h 7196138"/>
              <a:gd name="connsiteX81" fmla="*/ 3981314 w 4933949"/>
              <a:gd name="connsiteY81" fmla="*/ 2646363 h 7196138"/>
              <a:gd name="connsiteX82" fmla="*/ 3447519 w 4933949"/>
              <a:gd name="connsiteY82" fmla="*/ 2459220 h 7196138"/>
              <a:gd name="connsiteX83" fmla="*/ 3305174 w 4933949"/>
              <a:gd name="connsiteY83" fmla="*/ 1904380 h 7196138"/>
              <a:gd name="connsiteX84" fmla="*/ 3305174 w 4933949"/>
              <a:gd name="connsiteY84" fmla="*/ 54035 h 7196138"/>
              <a:gd name="connsiteX85" fmla="*/ 3318354 w 4933949"/>
              <a:gd name="connsiteY85" fmla="*/ 14497 h 7196138"/>
              <a:gd name="connsiteX86" fmla="*/ 3359213 w 4933949"/>
              <a:gd name="connsiteY86" fmla="*/ 0 h 719613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  <a:cxn ang="0">
                <a:pos x="connsiteX83" y="connsiteY83"/>
              </a:cxn>
              <a:cxn ang="0">
                <a:pos x="connsiteX84" y="connsiteY84"/>
              </a:cxn>
              <a:cxn ang="0">
                <a:pos x="connsiteX85" y="connsiteY85"/>
              </a:cxn>
              <a:cxn ang="0">
                <a:pos x="connsiteX86" y="connsiteY86"/>
              </a:cxn>
            </a:cxnLst>
            <a:rect l="l" t="t" r="r" b="b"/>
            <a:pathLst>
              <a:path w="4933949" h="7196138">
                <a:moveTo>
                  <a:pt x="1050029" y="6094413"/>
                </a:moveTo>
                <a:cubicBezTo>
                  <a:pt x="2409664" y="6623557"/>
                  <a:pt x="2524285" y="6623557"/>
                  <a:pt x="3883920" y="6094413"/>
                </a:cubicBezTo>
                <a:cubicBezTo>
                  <a:pt x="3883920" y="6094413"/>
                  <a:pt x="3883920" y="6094413"/>
                  <a:pt x="4933949" y="6645934"/>
                </a:cubicBezTo>
                <a:cubicBezTo>
                  <a:pt x="4933949" y="6645934"/>
                  <a:pt x="4933949" y="6645934"/>
                  <a:pt x="3883920" y="7196138"/>
                </a:cubicBezTo>
                <a:cubicBezTo>
                  <a:pt x="2524285" y="6668311"/>
                  <a:pt x="2409664" y="6668311"/>
                  <a:pt x="1050029" y="7196138"/>
                </a:cubicBezTo>
                <a:cubicBezTo>
                  <a:pt x="1050029" y="7196138"/>
                  <a:pt x="1050029" y="7196138"/>
                  <a:pt x="0" y="6645934"/>
                </a:cubicBezTo>
                <a:cubicBezTo>
                  <a:pt x="0" y="6645934"/>
                  <a:pt x="0" y="6645934"/>
                  <a:pt x="1050029" y="6094413"/>
                </a:cubicBezTo>
                <a:close/>
                <a:moveTo>
                  <a:pt x="1050029" y="4730750"/>
                </a:moveTo>
                <a:cubicBezTo>
                  <a:pt x="2409664" y="5260657"/>
                  <a:pt x="2524285" y="5260657"/>
                  <a:pt x="3883920" y="4730750"/>
                </a:cubicBezTo>
                <a:cubicBezTo>
                  <a:pt x="3883920" y="4730750"/>
                  <a:pt x="3883920" y="4730750"/>
                  <a:pt x="4933949" y="5283066"/>
                </a:cubicBezTo>
                <a:cubicBezTo>
                  <a:pt x="4933949" y="5283066"/>
                  <a:pt x="4933949" y="5283066"/>
                  <a:pt x="3883920" y="5834063"/>
                </a:cubicBezTo>
                <a:cubicBezTo>
                  <a:pt x="2524285" y="5305475"/>
                  <a:pt x="2409664" y="5305475"/>
                  <a:pt x="1050029" y="5834063"/>
                </a:cubicBezTo>
                <a:cubicBezTo>
                  <a:pt x="1050029" y="5834063"/>
                  <a:pt x="1050029" y="5834063"/>
                  <a:pt x="0" y="5283066"/>
                </a:cubicBezTo>
                <a:cubicBezTo>
                  <a:pt x="0" y="5283066"/>
                  <a:pt x="0" y="5283066"/>
                  <a:pt x="1050029" y="4730750"/>
                </a:cubicBezTo>
                <a:close/>
                <a:moveTo>
                  <a:pt x="1050029" y="3368675"/>
                </a:moveTo>
                <a:cubicBezTo>
                  <a:pt x="2409664" y="3898582"/>
                  <a:pt x="2524285" y="3898582"/>
                  <a:pt x="3883920" y="3368675"/>
                </a:cubicBezTo>
                <a:cubicBezTo>
                  <a:pt x="3883920" y="3368675"/>
                  <a:pt x="3883920" y="3368675"/>
                  <a:pt x="4933949" y="3920991"/>
                </a:cubicBezTo>
                <a:cubicBezTo>
                  <a:pt x="4933949" y="3920991"/>
                  <a:pt x="4933949" y="3920991"/>
                  <a:pt x="3883920" y="4471988"/>
                </a:cubicBezTo>
                <a:cubicBezTo>
                  <a:pt x="2524285" y="3943400"/>
                  <a:pt x="2409664" y="3943400"/>
                  <a:pt x="1050029" y="4471988"/>
                </a:cubicBezTo>
                <a:cubicBezTo>
                  <a:pt x="1050029" y="4471988"/>
                  <a:pt x="1050029" y="4471988"/>
                  <a:pt x="0" y="3920991"/>
                </a:cubicBezTo>
                <a:cubicBezTo>
                  <a:pt x="0" y="3920991"/>
                  <a:pt x="0" y="3920991"/>
                  <a:pt x="1050029" y="3368675"/>
                </a:cubicBezTo>
                <a:close/>
                <a:moveTo>
                  <a:pt x="678543" y="305710"/>
                </a:moveTo>
                <a:lnTo>
                  <a:pt x="678543" y="2307316"/>
                </a:lnTo>
                <a:cubicBezTo>
                  <a:pt x="678543" y="2307316"/>
                  <a:pt x="678543" y="2307316"/>
                  <a:pt x="909109" y="2307316"/>
                </a:cubicBezTo>
                <a:cubicBezTo>
                  <a:pt x="1011875" y="2307316"/>
                  <a:pt x="1072481" y="2291503"/>
                  <a:pt x="1119911" y="2234842"/>
                </a:cubicBezTo>
                <a:cubicBezTo>
                  <a:pt x="1192375" y="2147873"/>
                  <a:pt x="1198962" y="1971299"/>
                  <a:pt x="1198962" y="1615517"/>
                </a:cubicBezTo>
                <a:cubicBezTo>
                  <a:pt x="1198962" y="1615517"/>
                  <a:pt x="1198962" y="1615517"/>
                  <a:pt x="1198962" y="996191"/>
                </a:cubicBezTo>
                <a:cubicBezTo>
                  <a:pt x="1198962" y="641727"/>
                  <a:pt x="1192375" y="465153"/>
                  <a:pt x="1119911" y="378184"/>
                </a:cubicBezTo>
                <a:cubicBezTo>
                  <a:pt x="1072481" y="321522"/>
                  <a:pt x="1011875" y="305710"/>
                  <a:pt x="909109" y="305710"/>
                </a:cubicBezTo>
                <a:cubicBezTo>
                  <a:pt x="909109" y="305710"/>
                  <a:pt x="909109" y="305710"/>
                  <a:pt x="678543" y="305710"/>
                </a:cubicBezTo>
                <a:close/>
                <a:moveTo>
                  <a:pt x="1842869" y="0"/>
                </a:moveTo>
                <a:cubicBezTo>
                  <a:pt x="1842869" y="0"/>
                  <a:pt x="1842869" y="0"/>
                  <a:pt x="3073618" y="0"/>
                </a:cubicBezTo>
                <a:cubicBezTo>
                  <a:pt x="3093384" y="0"/>
                  <a:pt x="3105243" y="5271"/>
                  <a:pt x="3114467" y="14495"/>
                </a:cubicBezTo>
                <a:cubicBezTo>
                  <a:pt x="3122374" y="22401"/>
                  <a:pt x="3128962" y="34261"/>
                  <a:pt x="3128962" y="54027"/>
                </a:cubicBezTo>
                <a:cubicBezTo>
                  <a:pt x="3128962" y="54027"/>
                  <a:pt x="3128962" y="54027"/>
                  <a:pt x="3128962" y="275402"/>
                </a:cubicBezTo>
                <a:cubicBezTo>
                  <a:pt x="3128962" y="295168"/>
                  <a:pt x="3122374" y="307028"/>
                  <a:pt x="3114467" y="314934"/>
                </a:cubicBezTo>
                <a:cubicBezTo>
                  <a:pt x="3105243" y="324158"/>
                  <a:pt x="3093384" y="329429"/>
                  <a:pt x="3073618" y="329429"/>
                </a:cubicBezTo>
                <a:cubicBezTo>
                  <a:pt x="3073618" y="329429"/>
                  <a:pt x="3073618" y="329429"/>
                  <a:pt x="2679620" y="329429"/>
                </a:cubicBezTo>
                <a:cubicBezTo>
                  <a:pt x="2679620" y="329429"/>
                  <a:pt x="2679620" y="329429"/>
                  <a:pt x="2679620" y="2558999"/>
                </a:cubicBezTo>
                <a:cubicBezTo>
                  <a:pt x="2679620" y="2578765"/>
                  <a:pt x="2674349" y="2590624"/>
                  <a:pt x="2665125" y="2598530"/>
                </a:cubicBezTo>
                <a:cubicBezTo>
                  <a:pt x="2657219" y="2607755"/>
                  <a:pt x="2645360" y="2613025"/>
                  <a:pt x="2625594" y="2613025"/>
                </a:cubicBezTo>
                <a:cubicBezTo>
                  <a:pt x="2625594" y="2613025"/>
                  <a:pt x="2625594" y="2613025"/>
                  <a:pt x="2290893" y="2613025"/>
                </a:cubicBezTo>
                <a:cubicBezTo>
                  <a:pt x="2271128" y="2613025"/>
                  <a:pt x="2259268" y="2607755"/>
                  <a:pt x="2250044" y="2598530"/>
                </a:cubicBezTo>
                <a:cubicBezTo>
                  <a:pt x="2240820" y="2590624"/>
                  <a:pt x="2235549" y="2578765"/>
                  <a:pt x="2235549" y="2558999"/>
                </a:cubicBezTo>
                <a:cubicBezTo>
                  <a:pt x="2235549" y="2558999"/>
                  <a:pt x="2235549" y="2558999"/>
                  <a:pt x="2235549" y="329429"/>
                </a:cubicBezTo>
                <a:cubicBezTo>
                  <a:pt x="2235549" y="329429"/>
                  <a:pt x="2235549" y="329429"/>
                  <a:pt x="1842869" y="329429"/>
                </a:cubicBezTo>
                <a:cubicBezTo>
                  <a:pt x="1823104" y="329429"/>
                  <a:pt x="1811244" y="324158"/>
                  <a:pt x="1802020" y="314934"/>
                </a:cubicBezTo>
                <a:cubicBezTo>
                  <a:pt x="1792796" y="307028"/>
                  <a:pt x="1787525" y="295168"/>
                  <a:pt x="1787525" y="275402"/>
                </a:cubicBezTo>
                <a:cubicBezTo>
                  <a:pt x="1787525" y="275402"/>
                  <a:pt x="1787525" y="275402"/>
                  <a:pt x="1787525" y="54027"/>
                </a:cubicBezTo>
                <a:cubicBezTo>
                  <a:pt x="1787525" y="34261"/>
                  <a:pt x="1792796" y="22401"/>
                  <a:pt x="1802020" y="14495"/>
                </a:cubicBezTo>
                <a:cubicBezTo>
                  <a:pt x="1811244" y="5271"/>
                  <a:pt x="1823104" y="0"/>
                  <a:pt x="1842869" y="0"/>
                </a:cubicBezTo>
                <a:close/>
                <a:moveTo>
                  <a:pt x="317544" y="0"/>
                </a:moveTo>
                <a:cubicBezTo>
                  <a:pt x="317544" y="0"/>
                  <a:pt x="317544" y="0"/>
                  <a:pt x="972349" y="0"/>
                </a:cubicBezTo>
                <a:cubicBezTo>
                  <a:pt x="1226630" y="0"/>
                  <a:pt x="1382097" y="57980"/>
                  <a:pt x="1476958" y="179209"/>
                </a:cubicBezTo>
                <a:cubicBezTo>
                  <a:pt x="1615298" y="345241"/>
                  <a:pt x="1619250" y="614055"/>
                  <a:pt x="1619250" y="1025181"/>
                </a:cubicBezTo>
                <a:cubicBezTo>
                  <a:pt x="1619250" y="1025181"/>
                  <a:pt x="1619250" y="1025181"/>
                  <a:pt x="1619250" y="1587845"/>
                </a:cubicBezTo>
                <a:cubicBezTo>
                  <a:pt x="1619250" y="1998971"/>
                  <a:pt x="1615298" y="2267784"/>
                  <a:pt x="1476958" y="2433816"/>
                </a:cubicBezTo>
                <a:cubicBezTo>
                  <a:pt x="1382097" y="2555046"/>
                  <a:pt x="1226630" y="2613025"/>
                  <a:pt x="972349" y="2613025"/>
                </a:cubicBezTo>
                <a:cubicBezTo>
                  <a:pt x="972349" y="2613025"/>
                  <a:pt x="972349" y="2613025"/>
                  <a:pt x="317544" y="2613025"/>
                </a:cubicBezTo>
                <a:cubicBezTo>
                  <a:pt x="297781" y="2613025"/>
                  <a:pt x="285923" y="2607755"/>
                  <a:pt x="278018" y="2598530"/>
                </a:cubicBezTo>
                <a:cubicBezTo>
                  <a:pt x="268795" y="2590624"/>
                  <a:pt x="263525" y="2578765"/>
                  <a:pt x="263525" y="2558999"/>
                </a:cubicBezTo>
                <a:cubicBezTo>
                  <a:pt x="263525" y="2558999"/>
                  <a:pt x="263525" y="2558999"/>
                  <a:pt x="263525" y="54027"/>
                </a:cubicBezTo>
                <a:cubicBezTo>
                  <a:pt x="263525" y="34261"/>
                  <a:pt x="268795" y="22401"/>
                  <a:pt x="278018" y="14495"/>
                </a:cubicBezTo>
                <a:cubicBezTo>
                  <a:pt x="285923" y="5271"/>
                  <a:pt x="297781" y="0"/>
                  <a:pt x="317544" y="0"/>
                </a:cubicBezTo>
                <a:close/>
                <a:moveTo>
                  <a:pt x="3359213" y="0"/>
                </a:moveTo>
                <a:cubicBezTo>
                  <a:pt x="3359213" y="0"/>
                  <a:pt x="3359213" y="0"/>
                  <a:pt x="3664991" y="0"/>
                </a:cubicBezTo>
                <a:cubicBezTo>
                  <a:pt x="3684762" y="0"/>
                  <a:pt x="3696624" y="5272"/>
                  <a:pt x="3705850" y="14497"/>
                </a:cubicBezTo>
                <a:cubicBezTo>
                  <a:pt x="3715076" y="22405"/>
                  <a:pt x="3720348" y="34266"/>
                  <a:pt x="3720348" y="54035"/>
                </a:cubicBezTo>
                <a:cubicBezTo>
                  <a:pt x="3720348" y="54035"/>
                  <a:pt x="3720348" y="54035"/>
                  <a:pt x="3720348" y="1903062"/>
                </a:cubicBezTo>
                <a:cubicBezTo>
                  <a:pt x="3720348" y="2103384"/>
                  <a:pt x="3738800" y="2214089"/>
                  <a:pt x="3798111" y="2279984"/>
                </a:cubicBezTo>
                <a:cubicBezTo>
                  <a:pt x="3841605" y="2328747"/>
                  <a:pt x="3899597" y="2349833"/>
                  <a:pt x="3976042" y="2349833"/>
                </a:cubicBezTo>
                <a:cubicBezTo>
                  <a:pt x="4060395" y="2349833"/>
                  <a:pt x="4121023" y="2326111"/>
                  <a:pt x="4163200" y="2279984"/>
                </a:cubicBezTo>
                <a:cubicBezTo>
                  <a:pt x="4226464" y="2211453"/>
                  <a:pt x="4240963" y="2096795"/>
                  <a:pt x="4240963" y="1903062"/>
                </a:cubicBezTo>
                <a:cubicBezTo>
                  <a:pt x="4240963" y="1903062"/>
                  <a:pt x="4240963" y="1903062"/>
                  <a:pt x="4240963" y="54035"/>
                </a:cubicBezTo>
                <a:cubicBezTo>
                  <a:pt x="4240963" y="34266"/>
                  <a:pt x="4246235" y="22405"/>
                  <a:pt x="4255461" y="14497"/>
                </a:cubicBezTo>
                <a:cubicBezTo>
                  <a:pt x="4263369" y="5272"/>
                  <a:pt x="4276549" y="0"/>
                  <a:pt x="4295001" y="0"/>
                </a:cubicBezTo>
                <a:cubicBezTo>
                  <a:pt x="4295001" y="0"/>
                  <a:pt x="4295001" y="0"/>
                  <a:pt x="4602098" y="0"/>
                </a:cubicBezTo>
                <a:cubicBezTo>
                  <a:pt x="4621868" y="0"/>
                  <a:pt x="4633730" y="5272"/>
                  <a:pt x="4641638" y="14497"/>
                </a:cubicBezTo>
                <a:cubicBezTo>
                  <a:pt x="4650864" y="22405"/>
                  <a:pt x="4656136" y="34266"/>
                  <a:pt x="4656136" y="54035"/>
                </a:cubicBezTo>
                <a:cubicBezTo>
                  <a:pt x="4656136" y="54035"/>
                  <a:pt x="4656136" y="54035"/>
                  <a:pt x="4656136" y="1904380"/>
                </a:cubicBezTo>
                <a:cubicBezTo>
                  <a:pt x="4656136" y="2153465"/>
                  <a:pt x="4627140" y="2319521"/>
                  <a:pt x="4507201" y="2459220"/>
                </a:cubicBezTo>
                <a:cubicBezTo>
                  <a:pt x="4405714" y="2577832"/>
                  <a:pt x="4239645" y="2646363"/>
                  <a:pt x="3981314" y="2646363"/>
                </a:cubicBezTo>
                <a:cubicBezTo>
                  <a:pt x="3726938" y="2646363"/>
                  <a:pt x="3559550" y="2581786"/>
                  <a:pt x="3447519" y="2459220"/>
                </a:cubicBezTo>
                <a:cubicBezTo>
                  <a:pt x="3340760" y="2341926"/>
                  <a:pt x="3305174" y="2173233"/>
                  <a:pt x="3305174" y="1904380"/>
                </a:cubicBezTo>
                <a:cubicBezTo>
                  <a:pt x="3305174" y="1904380"/>
                  <a:pt x="3305174" y="1904380"/>
                  <a:pt x="3305174" y="54035"/>
                </a:cubicBezTo>
                <a:cubicBezTo>
                  <a:pt x="3305174" y="34266"/>
                  <a:pt x="3310446" y="22405"/>
                  <a:pt x="3318354" y="14497"/>
                </a:cubicBezTo>
                <a:cubicBezTo>
                  <a:pt x="3327580" y="5272"/>
                  <a:pt x="3339442" y="0"/>
                  <a:pt x="3359213" y="0"/>
                </a:cubicBezTo>
                <a:close/>
              </a:path>
            </a:pathLst>
          </a:custGeom>
          <a:solidFill>
            <a:srgbClr val="FFFFFF"/>
          </a:solidFill>
          <a:ln>
            <a:noFill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  <a:noAutofit/>
          </a:bodyPr>
          <a:lstStyle/>
          <a:p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321786107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Front/Pause B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Background">
            <a:extLst>
              <a:ext uri="{FF2B5EF4-FFF2-40B4-BE49-F238E27FC236}">
                <a16:creationId xmlns:a16="http://schemas.microsoft.com/office/drawing/2014/main" id="{A3420087-96DF-432F-B192-585D42BF6A4E}"/>
              </a:ext>
            </a:extLst>
          </p:cNvPr>
          <p:cNvSpPr/>
          <p:nvPr userDrawn="1"/>
        </p:nvSpPr>
        <p:spPr bwMode="auto">
          <a:xfrm>
            <a:off x="0" y="0"/>
            <a:ext cx="12193200" cy="6861600"/>
          </a:xfrm>
          <a:prstGeom prst="rect">
            <a:avLst/>
          </a:prstGeom>
          <a:solidFill>
            <a:schemeClr val="bg1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0" tIns="0" rIns="0" bIns="0" numCol="1" rtlCol="0" anchor="t" anchorCtr="0" compatLnSpc="1">
            <a:prstTxWarp prst="textNoShape">
              <a:avLst/>
            </a:prstTxWarp>
          </a:bodyPr>
          <a:lstStyle/>
          <a:p>
            <a:pPr marL="0" marR="0" indent="0" algn="l" defTabSz="914400" rtl="0" eaLnBrk="1" fontAlgn="base" latinLnBrk="0" hangingPunct="1">
              <a:lnSpc>
                <a:spcPct val="100000"/>
              </a:lnSpc>
              <a:spcBef>
                <a:spcPct val="5000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GB" sz="16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  <a:ea typeface="ＭＳ Ｐゴシック" pitchFamily="-80" charset="-128"/>
            </a:endParaRPr>
          </a:p>
        </p:txBody>
      </p:sp>
      <p:sp>
        <p:nvSpPr>
          <p:cNvPr id="13" name="Logo color">
            <a:extLst>
              <a:ext uri="{FF2B5EF4-FFF2-40B4-BE49-F238E27FC236}">
                <a16:creationId xmlns:a16="http://schemas.microsoft.com/office/drawing/2014/main" id="{09BBEE10-6A59-474F-B766-7643F97F869F}"/>
              </a:ext>
            </a:extLst>
          </p:cNvPr>
          <p:cNvSpPr>
            <a:spLocks noChangeAspect="1"/>
          </p:cNvSpPr>
          <p:nvPr userDrawn="1">
            <p:custDataLst>
              <p:tags r:id="rId1"/>
            </p:custDataLst>
          </p:nvPr>
        </p:nvSpPr>
        <p:spPr bwMode="auto">
          <a:xfrm>
            <a:off x="4870539" y="1651373"/>
            <a:ext cx="2388323" cy="3483354"/>
          </a:xfrm>
          <a:custGeom>
            <a:avLst/>
            <a:gdLst>
              <a:gd name="connsiteX0" fmla="*/ 1050029 w 4933949"/>
              <a:gd name="connsiteY0" fmla="*/ 6094413 h 7196138"/>
              <a:gd name="connsiteX1" fmla="*/ 3883920 w 4933949"/>
              <a:gd name="connsiteY1" fmla="*/ 6094413 h 7196138"/>
              <a:gd name="connsiteX2" fmla="*/ 4933949 w 4933949"/>
              <a:gd name="connsiteY2" fmla="*/ 6645934 h 7196138"/>
              <a:gd name="connsiteX3" fmla="*/ 3883920 w 4933949"/>
              <a:gd name="connsiteY3" fmla="*/ 7196138 h 7196138"/>
              <a:gd name="connsiteX4" fmla="*/ 1050029 w 4933949"/>
              <a:gd name="connsiteY4" fmla="*/ 7196138 h 7196138"/>
              <a:gd name="connsiteX5" fmla="*/ 0 w 4933949"/>
              <a:gd name="connsiteY5" fmla="*/ 6645934 h 7196138"/>
              <a:gd name="connsiteX6" fmla="*/ 1050029 w 4933949"/>
              <a:gd name="connsiteY6" fmla="*/ 6094413 h 7196138"/>
              <a:gd name="connsiteX7" fmla="*/ 1050029 w 4933949"/>
              <a:gd name="connsiteY7" fmla="*/ 4730750 h 7196138"/>
              <a:gd name="connsiteX8" fmla="*/ 3883920 w 4933949"/>
              <a:gd name="connsiteY8" fmla="*/ 4730750 h 7196138"/>
              <a:gd name="connsiteX9" fmla="*/ 4933949 w 4933949"/>
              <a:gd name="connsiteY9" fmla="*/ 5283066 h 7196138"/>
              <a:gd name="connsiteX10" fmla="*/ 3883920 w 4933949"/>
              <a:gd name="connsiteY10" fmla="*/ 5834063 h 7196138"/>
              <a:gd name="connsiteX11" fmla="*/ 1050029 w 4933949"/>
              <a:gd name="connsiteY11" fmla="*/ 5834063 h 7196138"/>
              <a:gd name="connsiteX12" fmla="*/ 0 w 4933949"/>
              <a:gd name="connsiteY12" fmla="*/ 5283066 h 7196138"/>
              <a:gd name="connsiteX13" fmla="*/ 1050029 w 4933949"/>
              <a:gd name="connsiteY13" fmla="*/ 4730750 h 7196138"/>
              <a:gd name="connsiteX14" fmla="*/ 1050029 w 4933949"/>
              <a:gd name="connsiteY14" fmla="*/ 3368675 h 7196138"/>
              <a:gd name="connsiteX15" fmla="*/ 3883920 w 4933949"/>
              <a:gd name="connsiteY15" fmla="*/ 3368675 h 7196138"/>
              <a:gd name="connsiteX16" fmla="*/ 4933949 w 4933949"/>
              <a:gd name="connsiteY16" fmla="*/ 3920991 h 7196138"/>
              <a:gd name="connsiteX17" fmla="*/ 3883920 w 4933949"/>
              <a:gd name="connsiteY17" fmla="*/ 4471988 h 7196138"/>
              <a:gd name="connsiteX18" fmla="*/ 1050029 w 4933949"/>
              <a:gd name="connsiteY18" fmla="*/ 4471988 h 7196138"/>
              <a:gd name="connsiteX19" fmla="*/ 0 w 4933949"/>
              <a:gd name="connsiteY19" fmla="*/ 3920991 h 7196138"/>
              <a:gd name="connsiteX20" fmla="*/ 1050029 w 4933949"/>
              <a:gd name="connsiteY20" fmla="*/ 3368675 h 7196138"/>
              <a:gd name="connsiteX21" fmla="*/ 678543 w 4933949"/>
              <a:gd name="connsiteY21" fmla="*/ 305710 h 7196138"/>
              <a:gd name="connsiteX22" fmla="*/ 678543 w 4933949"/>
              <a:gd name="connsiteY22" fmla="*/ 2307316 h 7196138"/>
              <a:gd name="connsiteX23" fmla="*/ 909109 w 4933949"/>
              <a:gd name="connsiteY23" fmla="*/ 2307316 h 7196138"/>
              <a:gd name="connsiteX24" fmla="*/ 1119911 w 4933949"/>
              <a:gd name="connsiteY24" fmla="*/ 2234842 h 7196138"/>
              <a:gd name="connsiteX25" fmla="*/ 1198962 w 4933949"/>
              <a:gd name="connsiteY25" fmla="*/ 1615517 h 7196138"/>
              <a:gd name="connsiteX26" fmla="*/ 1198962 w 4933949"/>
              <a:gd name="connsiteY26" fmla="*/ 996191 h 7196138"/>
              <a:gd name="connsiteX27" fmla="*/ 1119911 w 4933949"/>
              <a:gd name="connsiteY27" fmla="*/ 378184 h 7196138"/>
              <a:gd name="connsiteX28" fmla="*/ 909109 w 4933949"/>
              <a:gd name="connsiteY28" fmla="*/ 305710 h 7196138"/>
              <a:gd name="connsiteX29" fmla="*/ 678543 w 4933949"/>
              <a:gd name="connsiteY29" fmla="*/ 305710 h 7196138"/>
              <a:gd name="connsiteX30" fmla="*/ 1842869 w 4933949"/>
              <a:gd name="connsiteY30" fmla="*/ 0 h 7196138"/>
              <a:gd name="connsiteX31" fmla="*/ 3073618 w 4933949"/>
              <a:gd name="connsiteY31" fmla="*/ 0 h 7196138"/>
              <a:gd name="connsiteX32" fmla="*/ 3114467 w 4933949"/>
              <a:gd name="connsiteY32" fmla="*/ 14495 h 7196138"/>
              <a:gd name="connsiteX33" fmla="*/ 3128962 w 4933949"/>
              <a:gd name="connsiteY33" fmla="*/ 54027 h 7196138"/>
              <a:gd name="connsiteX34" fmla="*/ 3128962 w 4933949"/>
              <a:gd name="connsiteY34" fmla="*/ 275402 h 7196138"/>
              <a:gd name="connsiteX35" fmla="*/ 3114467 w 4933949"/>
              <a:gd name="connsiteY35" fmla="*/ 314934 h 7196138"/>
              <a:gd name="connsiteX36" fmla="*/ 3073618 w 4933949"/>
              <a:gd name="connsiteY36" fmla="*/ 329429 h 7196138"/>
              <a:gd name="connsiteX37" fmla="*/ 2679620 w 4933949"/>
              <a:gd name="connsiteY37" fmla="*/ 329429 h 7196138"/>
              <a:gd name="connsiteX38" fmla="*/ 2679620 w 4933949"/>
              <a:gd name="connsiteY38" fmla="*/ 2558999 h 7196138"/>
              <a:gd name="connsiteX39" fmla="*/ 2665125 w 4933949"/>
              <a:gd name="connsiteY39" fmla="*/ 2598530 h 7196138"/>
              <a:gd name="connsiteX40" fmla="*/ 2625594 w 4933949"/>
              <a:gd name="connsiteY40" fmla="*/ 2613025 h 7196138"/>
              <a:gd name="connsiteX41" fmla="*/ 2290893 w 4933949"/>
              <a:gd name="connsiteY41" fmla="*/ 2613025 h 7196138"/>
              <a:gd name="connsiteX42" fmla="*/ 2250044 w 4933949"/>
              <a:gd name="connsiteY42" fmla="*/ 2598530 h 7196138"/>
              <a:gd name="connsiteX43" fmla="*/ 2235549 w 4933949"/>
              <a:gd name="connsiteY43" fmla="*/ 2558999 h 7196138"/>
              <a:gd name="connsiteX44" fmla="*/ 2235549 w 4933949"/>
              <a:gd name="connsiteY44" fmla="*/ 329429 h 7196138"/>
              <a:gd name="connsiteX45" fmla="*/ 1842869 w 4933949"/>
              <a:gd name="connsiteY45" fmla="*/ 329429 h 7196138"/>
              <a:gd name="connsiteX46" fmla="*/ 1802020 w 4933949"/>
              <a:gd name="connsiteY46" fmla="*/ 314934 h 7196138"/>
              <a:gd name="connsiteX47" fmla="*/ 1787525 w 4933949"/>
              <a:gd name="connsiteY47" fmla="*/ 275402 h 7196138"/>
              <a:gd name="connsiteX48" fmla="*/ 1787525 w 4933949"/>
              <a:gd name="connsiteY48" fmla="*/ 54027 h 7196138"/>
              <a:gd name="connsiteX49" fmla="*/ 1802020 w 4933949"/>
              <a:gd name="connsiteY49" fmla="*/ 14495 h 7196138"/>
              <a:gd name="connsiteX50" fmla="*/ 1842869 w 4933949"/>
              <a:gd name="connsiteY50" fmla="*/ 0 h 7196138"/>
              <a:gd name="connsiteX51" fmla="*/ 317544 w 4933949"/>
              <a:gd name="connsiteY51" fmla="*/ 0 h 7196138"/>
              <a:gd name="connsiteX52" fmla="*/ 972349 w 4933949"/>
              <a:gd name="connsiteY52" fmla="*/ 0 h 7196138"/>
              <a:gd name="connsiteX53" fmla="*/ 1476958 w 4933949"/>
              <a:gd name="connsiteY53" fmla="*/ 179209 h 7196138"/>
              <a:gd name="connsiteX54" fmla="*/ 1619250 w 4933949"/>
              <a:gd name="connsiteY54" fmla="*/ 1025181 h 7196138"/>
              <a:gd name="connsiteX55" fmla="*/ 1619250 w 4933949"/>
              <a:gd name="connsiteY55" fmla="*/ 1587845 h 7196138"/>
              <a:gd name="connsiteX56" fmla="*/ 1476958 w 4933949"/>
              <a:gd name="connsiteY56" fmla="*/ 2433816 h 7196138"/>
              <a:gd name="connsiteX57" fmla="*/ 972349 w 4933949"/>
              <a:gd name="connsiteY57" fmla="*/ 2613025 h 7196138"/>
              <a:gd name="connsiteX58" fmla="*/ 317544 w 4933949"/>
              <a:gd name="connsiteY58" fmla="*/ 2613025 h 7196138"/>
              <a:gd name="connsiteX59" fmla="*/ 278018 w 4933949"/>
              <a:gd name="connsiteY59" fmla="*/ 2598530 h 7196138"/>
              <a:gd name="connsiteX60" fmla="*/ 263525 w 4933949"/>
              <a:gd name="connsiteY60" fmla="*/ 2558999 h 7196138"/>
              <a:gd name="connsiteX61" fmla="*/ 263525 w 4933949"/>
              <a:gd name="connsiteY61" fmla="*/ 54027 h 7196138"/>
              <a:gd name="connsiteX62" fmla="*/ 278018 w 4933949"/>
              <a:gd name="connsiteY62" fmla="*/ 14495 h 7196138"/>
              <a:gd name="connsiteX63" fmla="*/ 317544 w 4933949"/>
              <a:gd name="connsiteY63" fmla="*/ 0 h 7196138"/>
              <a:gd name="connsiteX64" fmla="*/ 3359213 w 4933949"/>
              <a:gd name="connsiteY64" fmla="*/ 0 h 7196138"/>
              <a:gd name="connsiteX65" fmla="*/ 3664991 w 4933949"/>
              <a:gd name="connsiteY65" fmla="*/ 0 h 7196138"/>
              <a:gd name="connsiteX66" fmla="*/ 3705850 w 4933949"/>
              <a:gd name="connsiteY66" fmla="*/ 14497 h 7196138"/>
              <a:gd name="connsiteX67" fmla="*/ 3720348 w 4933949"/>
              <a:gd name="connsiteY67" fmla="*/ 54035 h 7196138"/>
              <a:gd name="connsiteX68" fmla="*/ 3720348 w 4933949"/>
              <a:gd name="connsiteY68" fmla="*/ 1903062 h 7196138"/>
              <a:gd name="connsiteX69" fmla="*/ 3798111 w 4933949"/>
              <a:gd name="connsiteY69" fmla="*/ 2279984 h 7196138"/>
              <a:gd name="connsiteX70" fmla="*/ 3976042 w 4933949"/>
              <a:gd name="connsiteY70" fmla="*/ 2349833 h 7196138"/>
              <a:gd name="connsiteX71" fmla="*/ 4163200 w 4933949"/>
              <a:gd name="connsiteY71" fmla="*/ 2279984 h 7196138"/>
              <a:gd name="connsiteX72" fmla="*/ 4240963 w 4933949"/>
              <a:gd name="connsiteY72" fmla="*/ 1903062 h 7196138"/>
              <a:gd name="connsiteX73" fmla="*/ 4240963 w 4933949"/>
              <a:gd name="connsiteY73" fmla="*/ 54035 h 7196138"/>
              <a:gd name="connsiteX74" fmla="*/ 4255461 w 4933949"/>
              <a:gd name="connsiteY74" fmla="*/ 14497 h 7196138"/>
              <a:gd name="connsiteX75" fmla="*/ 4295001 w 4933949"/>
              <a:gd name="connsiteY75" fmla="*/ 0 h 7196138"/>
              <a:gd name="connsiteX76" fmla="*/ 4602098 w 4933949"/>
              <a:gd name="connsiteY76" fmla="*/ 0 h 7196138"/>
              <a:gd name="connsiteX77" fmla="*/ 4641638 w 4933949"/>
              <a:gd name="connsiteY77" fmla="*/ 14497 h 7196138"/>
              <a:gd name="connsiteX78" fmla="*/ 4656136 w 4933949"/>
              <a:gd name="connsiteY78" fmla="*/ 54035 h 7196138"/>
              <a:gd name="connsiteX79" fmla="*/ 4656136 w 4933949"/>
              <a:gd name="connsiteY79" fmla="*/ 1904380 h 7196138"/>
              <a:gd name="connsiteX80" fmla="*/ 4507201 w 4933949"/>
              <a:gd name="connsiteY80" fmla="*/ 2459220 h 7196138"/>
              <a:gd name="connsiteX81" fmla="*/ 3981314 w 4933949"/>
              <a:gd name="connsiteY81" fmla="*/ 2646363 h 7196138"/>
              <a:gd name="connsiteX82" fmla="*/ 3447519 w 4933949"/>
              <a:gd name="connsiteY82" fmla="*/ 2459220 h 7196138"/>
              <a:gd name="connsiteX83" fmla="*/ 3305174 w 4933949"/>
              <a:gd name="connsiteY83" fmla="*/ 1904380 h 7196138"/>
              <a:gd name="connsiteX84" fmla="*/ 3305174 w 4933949"/>
              <a:gd name="connsiteY84" fmla="*/ 54035 h 7196138"/>
              <a:gd name="connsiteX85" fmla="*/ 3318354 w 4933949"/>
              <a:gd name="connsiteY85" fmla="*/ 14497 h 7196138"/>
              <a:gd name="connsiteX86" fmla="*/ 3359213 w 4933949"/>
              <a:gd name="connsiteY86" fmla="*/ 0 h 719613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  <a:cxn ang="0">
                <a:pos x="connsiteX83" y="connsiteY83"/>
              </a:cxn>
              <a:cxn ang="0">
                <a:pos x="connsiteX84" y="connsiteY84"/>
              </a:cxn>
              <a:cxn ang="0">
                <a:pos x="connsiteX85" y="connsiteY85"/>
              </a:cxn>
              <a:cxn ang="0">
                <a:pos x="connsiteX86" y="connsiteY86"/>
              </a:cxn>
            </a:cxnLst>
            <a:rect l="l" t="t" r="r" b="b"/>
            <a:pathLst>
              <a:path w="4933949" h="7196138">
                <a:moveTo>
                  <a:pt x="1050029" y="6094413"/>
                </a:moveTo>
                <a:cubicBezTo>
                  <a:pt x="2409664" y="6623557"/>
                  <a:pt x="2524285" y="6623557"/>
                  <a:pt x="3883920" y="6094413"/>
                </a:cubicBezTo>
                <a:cubicBezTo>
                  <a:pt x="3883920" y="6094413"/>
                  <a:pt x="3883920" y="6094413"/>
                  <a:pt x="4933949" y="6645934"/>
                </a:cubicBezTo>
                <a:cubicBezTo>
                  <a:pt x="4933949" y="6645934"/>
                  <a:pt x="4933949" y="6645934"/>
                  <a:pt x="3883920" y="7196138"/>
                </a:cubicBezTo>
                <a:cubicBezTo>
                  <a:pt x="2524285" y="6668311"/>
                  <a:pt x="2409664" y="6668311"/>
                  <a:pt x="1050029" y="7196138"/>
                </a:cubicBezTo>
                <a:cubicBezTo>
                  <a:pt x="1050029" y="7196138"/>
                  <a:pt x="1050029" y="7196138"/>
                  <a:pt x="0" y="6645934"/>
                </a:cubicBezTo>
                <a:cubicBezTo>
                  <a:pt x="0" y="6645934"/>
                  <a:pt x="0" y="6645934"/>
                  <a:pt x="1050029" y="6094413"/>
                </a:cubicBezTo>
                <a:close/>
                <a:moveTo>
                  <a:pt x="1050029" y="4730750"/>
                </a:moveTo>
                <a:cubicBezTo>
                  <a:pt x="2409664" y="5260657"/>
                  <a:pt x="2524285" y="5260657"/>
                  <a:pt x="3883920" y="4730750"/>
                </a:cubicBezTo>
                <a:cubicBezTo>
                  <a:pt x="3883920" y="4730750"/>
                  <a:pt x="3883920" y="4730750"/>
                  <a:pt x="4933949" y="5283066"/>
                </a:cubicBezTo>
                <a:cubicBezTo>
                  <a:pt x="4933949" y="5283066"/>
                  <a:pt x="4933949" y="5283066"/>
                  <a:pt x="3883920" y="5834063"/>
                </a:cubicBezTo>
                <a:cubicBezTo>
                  <a:pt x="2524285" y="5305475"/>
                  <a:pt x="2409664" y="5305475"/>
                  <a:pt x="1050029" y="5834063"/>
                </a:cubicBezTo>
                <a:cubicBezTo>
                  <a:pt x="1050029" y="5834063"/>
                  <a:pt x="1050029" y="5834063"/>
                  <a:pt x="0" y="5283066"/>
                </a:cubicBezTo>
                <a:cubicBezTo>
                  <a:pt x="0" y="5283066"/>
                  <a:pt x="0" y="5283066"/>
                  <a:pt x="1050029" y="4730750"/>
                </a:cubicBezTo>
                <a:close/>
                <a:moveTo>
                  <a:pt x="1050029" y="3368675"/>
                </a:moveTo>
                <a:cubicBezTo>
                  <a:pt x="2409664" y="3898582"/>
                  <a:pt x="2524285" y="3898582"/>
                  <a:pt x="3883920" y="3368675"/>
                </a:cubicBezTo>
                <a:cubicBezTo>
                  <a:pt x="3883920" y="3368675"/>
                  <a:pt x="3883920" y="3368675"/>
                  <a:pt x="4933949" y="3920991"/>
                </a:cubicBezTo>
                <a:cubicBezTo>
                  <a:pt x="4933949" y="3920991"/>
                  <a:pt x="4933949" y="3920991"/>
                  <a:pt x="3883920" y="4471988"/>
                </a:cubicBezTo>
                <a:cubicBezTo>
                  <a:pt x="2524285" y="3943400"/>
                  <a:pt x="2409664" y="3943400"/>
                  <a:pt x="1050029" y="4471988"/>
                </a:cubicBezTo>
                <a:cubicBezTo>
                  <a:pt x="1050029" y="4471988"/>
                  <a:pt x="1050029" y="4471988"/>
                  <a:pt x="0" y="3920991"/>
                </a:cubicBezTo>
                <a:cubicBezTo>
                  <a:pt x="0" y="3920991"/>
                  <a:pt x="0" y="3920991"/>
                  <a:pt x="1050029" y="3368675"/>
                </a:cubicBezTo>
                <a:close/>
                <a:moveTo>
                  <a:pt x="678543" y="305710"/>
                </a:moveTo>
                <a:lnTo>
                  <a:pt x="678543" y="2307316"/>
                </a:lnTo>
                <a:cubicBezTo>
                  <a:pt x="678543" y="2307316"/>
                  <a:pt x="678543" y="2307316"/>
                  <a:pt x="909109" y="2307316"/>
                </a:cubicBezTo>
                <a:cubicBezTo>
                  <a:pt x="1011875" y="2307316"/>
                  <a:pt x="1072481" y="2291503"/>
                  <a:pt x="1119911" y="2234842"/>
                </a:cubicBezTo>
                <a:cubicBezTo>
                  <a:pt x="1192375" y="2147873"/>
                  <a:pt x="1198962" y="1971299"/>
                  <a:pt x="1198962" y="1615517"/>
                </a:cubicBezTo>
                <a:cubicBezTo>
                  <a:pt x="1198962" y="1615517"/>
                  <a:pt x="1198962" y="1615517"/>
                  <a:pt x="1198962" y="996191"/>
                </a:cubicBezTo>
                <a:cubicBezTo>
                  <a:pt x="1198962" y="641727"/>
                  <a:pt x="1192375" y="465153"/>
                  <a:pt x="1119911" y="378184"/>
                </a:cubicBezTo>
                <a:cubicBezTo>
                  <a:pt x="1072481" y="321522"/>
                  <a:pt x="1011875" y="305710"/>
                  <a:pt x="909109" y="305710"/>
                </a:cubicBezTo>
                <a:cubicBezTo>
                  <a:pt x="909109" y="305710"/>
                  <a:pt x="909109" y="305710"/>
                  <a:pt x="678543" y="305710"/>
                </a:cubicBezTo>
                <a:close/>
                <a:moveTo>
                  <a:pt x="1842869" y="0"/>
                </a:moveTo>
                <a:cubicBezTo>
                  <a:pt x="1842869" y="0"/>
                  <a:pt x="1842869" y="0"/>
                  <a:pt x="3073618" y="0"/>
                </a:cubicBezTo>
                <a:cubicBezTo>
                  <a:pt x="3093384" y="0"/>
                  <a:pt x="3105243" y="5271"/>
                  <a:pt x="3114467" y="14495"/>
                </a:cubicBezTo>
                <a:cubicBezTo>
                  <a:pt x="3122374" y="22401"/>
                  <a:pt x="3128962" y="34261"/>
                  <a:pt x="3128962" y="54027"/>
                </a:cubicBezTo>
                <a:cubicBezTo>
                  <a:pt x="3128962" y="54027"/>
                  <a:pt x="3128962" y="54027"/>
                  <a:pt x="3128962" y="275402"/>
                </a:cubicBezTo>
                <a:cubicBezTo>
                  <a:pt x="3128962" y="295168"/>
                  <a:pt x="3122374" y="307028"/>
                  <a:pt x="3114467" y="314934"/>
                </a:cubicBezTo>
                <a:cubicBezTo>
                  <a:pt x="3105243" y="324158"/>
                  <a:pt x="3093384" y="329429"/>
                  <a:pt x="3073618" y="329429"/>
                </a:cubicBezTo>
                <a:cubicBezTo>
                  <a:pt x="3073618" y="329429"/>
                  <a:pt x="3073618" y="329429"/>
                  <a:pt x="2679620" y="329429"/>
                </a:cubicBezTo>
                <a:cubicBezTo>
                  <a:pt x="2679620" y="329429"/>
                  <a:pt x="2679620" y="329429"/>
                  <a:pt x="2679620" y="2558999"/>
                </a:cubicBezTo>
                <a:cubicBezTo>
                  <a:pt x="2679620" y="2578765"/>
                  <a:pt x="2674349" y="2590624"/>
                  <a:pt x="2665125" y="2598530"/>
                </a:cubicBezTo>
                <a:cubicBezTo>
                  <a:pt x="2657219" y="2607755"/>
                  <a:pt x="2645360" y="2613025"/>
                  <a:pt x="2625594" y="2613025"/>
                </a:cubicBezTo>
                <a:cubicBezTo>
                  <a:pt x="2625594" y="2613025"/>
                  <a:pt x="2625594" y="2613025"/>
                  <a:pt x="2290893" y="2613025"/>
                </a:cubicBezTo>
                <a:cubicBezTo>
                  <a:pt x="2271128" y="2613025"/>
                  <a:pt x="2259268" y="2607755"/>
                  <a:pt x="2250044" y="2598530"/>
                </a:cubicBezTo>
                <a:cubicBezTo>
                  <a:pt x="2240820" y="2590624"/>
                  <a:pt x="2235549" y="2578765"/>
                  <a:pt x="2235549" y="2558999"/>
                </a:cubicBezTo>
                <a:cubicBezTo>
                  <a:pt x="2235549" y="2558999"/>
                  <a:pt x="2235549" y="2558999"/>
                  <a:pt x="2235549" y="329429"/>
                </a:cubicBezTo>
                <a:cubicBezTo>
                  <a:pt x="2235549" y="329429"/>
                  <a:pt x="2235549" y="329429"/>
                  <a:pt x="1842869" y="329429"/>
                </a:cubicBezTo>
                <a:cubicBezTo>
                  <a:pt x="1823104" y="329429"/>
                  <a:pt x="1811244" y="324158"/>
                  <a:pt x="1802020" y="314934"/>
                </a:cubicBezTo>
                <a:cubicBezTo>
                  <a:pt x="1792796" y="307028"/>
                  <a:pt x="1787525" y="295168"/>
                  <a:pt x="1787525" y="275402"/>
                </a:cubicBezTo>
                <a:cubicBezTo>
                  <a:pt x="1787525" y="275402"/>
                  <a:pt x="1787525" y="275402"/>
                  <a:pt x="1787525" y="54027"/>
                </a:cubicBezTo>
                <a:cubicBezTo>
                  <a:pt x="1787525" y="34261"/>
                  <a:pt x="1792796" y="22401"/>
                  <a:pt x="1802020" y="14495"/>
                </a:cubicBezTo>
                <a:cubicBezTo>
                  <a:pt x="1811244" y="5271"/>
                  <a:pt x="1823104" y="0"/>
                  <a:pt x="1842869" y="0"/>
                </a:cubicBezTo>
                <a:close/>
                <a:moveTo>
                  <a:pt x="317544" y="0"/>
                </a:moveTo>
                <a:cubicBezTo>
                  <a:pt x="317544" y="0"/>
                  <a:pt x="317544" y="0"/>
                  <a:pt x="972349" y="0"/>
                </a:cubicBezTo>
                <a:cubicBezTo>
                  <a:pt x="1226630" y="0"/>
                  <a:pt x="1382097" y="57980"/>
                  <a:pt x="1476958" y="179209"/>
                </a:cubicBezTo>
                <a:cubicBezTo>
                  <a:pt x="1615298" y="345241"/>
                  <a:pt x="1619250" y="614055"/>
                  <a:pt x="1619250" y="1025181"/>
                </a:cubicBezTo>
                <a:cubicBezTo>
                  <a:pt x="1619250" y="1025181"/>
                  <a:pt x="1619250" y="1025181"/>
                  <a:pt x="1619250" y="1587845"/>
                </a:cubicBezTo>
                <a:cubicBezTo>
                  <a:pt x="1619250" y="1998971"/>
                  <a:pt x="1615298" y="2267784"/>
                  <a:pt x="1476958" y="2433816"/>
                </a:cubicBezTo>
                <a:cubicBezTo>
                  <a:pt x="1382097" y="2555046"/>
                  <a:pt x="1226630" y="2613025"/>
                  <a:pt x="972349" y="2613025"/>
                </a:cubicBezTo>
                <a:cubicBezTo>
                  <a:pt x="972349" y="2613025"/>
                  <a:pt x="972349" y="2613025"/>
                  <a:pt x="317544" y="2613025"/>
                </a:cubicBezTo>
                <a:cubicBezTo>
                  <a:pt x="297781" y="2613025"/>
                  <a:pt x="285923" y="2607755"/>
                  <a:pt x="278018" y="2598530"/>
                </a:cubicBezTo>
                <a:cubicBezTo>
                  <a:pt x="268795" y="2590624"/>
                  <a:pt x="263525" y="2578765"/>
                  <a:pt x="263525" y="2558999"/>
                </a:cubicBezTo>
                <a:cubicBezTo>
                  <a:pt x="263525" y="2558999"/>
                  <a:pt x="263525" y="2558999"/>
                  <a:pt x="263525" y="54027"/>
                </a:cubicBezTo>
                <a:cubicBezTo>
                  <a:pt x="263525" y="34261"/>
                  <a:pt x="268795" y="22401"/>
                  <a:pt x="278018" y="14495"/>
                </a:cubicBezTo>
                <a:cubicBezTo>
                  <a:pt x="285923" y="5271"/>
                  <a:pt x="297781" y="0"/>
                  <a:pt x="317544" y="0"/>
                </a:cubicBezTo>
                <a:close/>
                <a:moveTo>
                  <a:pt x="3359213" y="0"/>
                </a:moveTo>
                <a:cubicBezTo>
                  <a:pt x="3359213" y="0"/>
                  <a:pt x="3359213" y="0"/>
                  <a:pt x="3664991" y="0"/>
                </a:cubicBezTo>
                <a:cubicBezTo>
                  <a:pt x="3684762" y="0"/>
                  <a:pt x="3696624" y="5272"/>
                  <a:pt x="3705850" y="14497"/>
                </a:cubicBezTo>
                <a:cubicBezTo>
                  <a:pt x="3715076" y="22405"/>
                  <a:pt x="3720348" y="34266"/>
                  <a:pt x="3720348" y="54035"/>
                </a:cubicBezTo>
                <a:cubicBezTo>
                  <a:pt x="3720348" y="54035"/>
                  <a:pt x="3720348" y="54035"/>
                  <a:pt x="3720348" y="1903062"/>
                </a:cubicBezTo>
                <a:cubicBezTo>
                  <a:pt x="3720348" y="2103384"/>
                  <a:pt x="3738800" y="2214089"/>
                  <a:pt x="3798111" y="2279984"/>
                </a:cubicBezTo>
                <a:cubicBezTo>
                  <a:pt x="3841605" y="2328747"/>
                  <a:pt x="3899597" y="2349833"/>
                  <a:pt x="3976042" y="2349833"/>
                </a:cubicBezTo>
                <a:cubicBezTo>
                  <a:pt x="4060395" y="2349833"/>
                  <a:pt x="4121023" y="2326111"/>
                  <a:pt x="4163200" y="2279984"/>
                </a:cubicBezTo>
                <a:cubicBezTo>
                  <a:pt x="4226464" y="2211453"/>
                  <a:pt x="4240963" y="2096795"/>
                  <a:pt x="4240963" y="1903062"/>
                </a:cubicBezTo>
                <a:cubicBezTo>
                  <a:pt x="4240963" y="1903062"/>
                  <a:pt x="4240963" y="1903062"/>
                  <a:pt x="4240963" y="54035"/>
                </a:cubicBezTo>
                <a:cubicBezTo>
                  <a:pt x="4240963" y="34266"/>
                  <a:pt x="4246235" y="22405"/>
                  <a:pt x="4255461" y="14497"/>
                </a:cubicBezTo>
                <a:cubicBezTo>
                  <a:pt x="4263369" y="5272"/>
                  <a:pt x="4276549" y="0"/>
                  <a:pt x="4295001" y="0"/>
                </a:cubicBezTo>
                <a:cubicBezTo>
                  <a:pt x="4295001" y="0"/>
                  <a:pt x="4295001" y="0"/>
                  <a:pt x="4602098" y="0"/>
                </a:cubicBezTo>
                <a:cubicBezTo>
                  <a:pt x="4621868" y="0"/>
                  <a:pt x="4633730" y="5272"/>
                  <a:pt x="4641638" y="14497"/>
                </a:cubicBezTo>
                <a:cubicBezTo>
                  <a:pt x="4650864" y="22405"/>
                  <a:pt x="4656136" y="34266"/>
                  <a:pt x="4656136" y="54035"/>
                </a:cubicBezTo>
                <a:cubicBezTo>
                  <a:pt x="4656136" y="54035"/>
                  <a:pt x="4656136" y="54035"/>
                  <a:pt x="4656136" y="1904380"/>
                </a:cubicBezTo>
                <a:cubicBezTo>
                  <a:pt x="4656136" y="2153465"/>
                  <a:pt x="4627140" y="2319521"/>
                  <a:pt x="4507201" y="2459220"/>
                </a:cubicBezTo>
                <a:cubicBezTo>
                  <a:pt x="4405714" y="2577832"/>
                  <a:pt x="4239645" y="2646363"/>
                  <a:pt x="3981314" y="2646363"/>
                </a:cubicBezTo>
                <a:cubicBezTo>
                  <a:pt x="3726938" y="2646363"/>
                  <a:pt x="3559550" y="2581786"/>
                  <a:pt x="3447519" y="2459220"/>
                </a:cubicBezTo>
                <a:cubicBezTo>
                  <a:pt x="3340760" y="2341926"/>
                  <a:pt x="3305174" y="2173233"/>
                  <a:pt x="3305174" y="1904380"/>
                </a:cubicBezTo>
                <a:cubicBezTo>
                  <a:pt x="3305174" y="1904380"/>
                  <a:pt x="3305174" y="1904380"/>
                  <a:pt x="3305174" y="54035"/>
                </a:cubicBezTo>
                <a:cubicBezTo>
                  <a:pt x="3305174" y="34266"/>
                  <a:pt x="3310446" y="22405"/>
                  <a:pt x="3318354" y="14497"/>
                </a:cubicBezTo>
                <a:cubicBezTo>
                  <a:pt x="3327580" y="5272"/>
                  <a:pt x="3339442" y="0"/>
                  <a:pt x="3359213" y="0"/>
                </a:cubicBezTo>
                <a:close/>
              </a:path>
            </a:pathLst>
          </a:custGeom>
          <a:solidFill>
            <a:srgbClr val="79238E"/>
          </a:solidFill>
          <a:ln>
            <a:noFill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  <a:noAutofit/>
          </a:bodyPr>
          <a:lstStyle/>
          <a:p>
            <a:endParaRPr lang="en-GB"/>
          </a:p>
        </p:txBody>
      </p:sp>
      <p:sp>
        <p:nvSpPr>
          <p:cNvPr id="6" name="Date Placeholder 2">
            <a:extLst>
              <a:ext uri="{FF2B5EF4-FFF2-40B4-BE49-F238E27FC236}">
                <a16:creationId xmlns:a16="http://schemas.microsoft.com/office/drawing/2014/main" id="{AF062B26-8169-4B93-8FD8-CFDB0855A961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0" y="6912000"/>
            <a:ext cx="0" cy="0"/>
          </a:xfrm>
          <a:prstGeom prst="rect">
            <a:avLst/>
          </a:prstGeom>
        </p:spPr>
        <p:txBody>
          <a:bodyPr/>
          <a:lstStyle>
            <a:lvl1pPr>
              <a:defRPr>
                <a:noFill/>
              </a:defRPr>
            </a:lvl1pPr>
          </a:lstStyle>
          <a:p>
            <a:r>
              <a:rPr lang="da-DK"/>
              <a:t>Date</a:t>
            </a:r>
            <a:endParaRPr lang="en-GB" dirty="0"/>
          </a:p>
        </p:txBody>
      </p:sp>
      <p:sp>
        <p:nvSpPr>
          <p:cNvPr id="7" name="Footer Placeholder 3">
            <a:extLst>
              <a:ext uri="{FF2B5EF4-FFF2-40B4-BE49-F238E27FC236}">
                <a16:creationId xmlns:a16="http://schemas.microsoft.com/office/drawing/2014/main" id="{CA59923C-6F09-424E-AF1E-AC62326A9B2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0" y="6912000"/>
            <a:ext cx="0" cy="0"/>
          </a:xfrm>
        </p:spPr>
        <p:txBody>
          <a:bodyPr/>
          <a:lstStyle>
            <a:lvl1pPr>
              <a:defRPr>
                <a:noFill/>
              </a:defRPr>
            </a:lvl1pPr>
          </a:lstStyle>
          <a:p>
            <a:r>
              <a:rPr lang="en-GB"/>
              <a:t>Title</a:t>
            </a:r>
            <a:endParaRPr lang="en-GB" dirty="0"/>
          </a:p>
        </p:txBody>
      </p:sp>
      <p:sp>
        <p:nvSpPr>
          <p:cNvPr id="9" name="Slide Number Placeholder 4">
            <a:extLst>
              <a:ext uri="{FF2B5EF4-FFF2-40B4-BE49-F238E27FC236}">
                <a16:creationId xmlns:a16="http://schemas.microsoft.com/office/drawing/2014/main" id="{4C299FA2-BF46-4410-B2CD-E3C80B7A989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 flipV="1">
            <a:off x="0" y="6912000"/>
            <a:ext cx="0" cy="0"/>
          </a:xfrm>
        </p:spPr>
        <p:txBody>
          <a:bodyPr/>
          <a:lstStyle>
            <a:lvl1pPr>
              <a:defRPr>
                <a:noFill/>
              </a:defRPr>
            </a:lvl1pPr>
          </a:lstStyle>
          <a:p>
            <a:fld id="{24C8C45C-947F-4981-8B3F-4F32E973C901}" type="slidenum">
              <a:rPr lang="en-GB" smtClean="0"/>
              <a:pPr/>
              <a:t>‹#›</a:t>
            </a:fld>
            <a:endParaRPr lang="en-GB" dirty="0"/>
          </a:p>
        </p:txBody>
      </p:sp>
      <p:sp>
        <p:nvSpPr>
          <p:cNvPr id="11" name="Bottom bar">
            <a:extLst>
              <a:ext uri="{FF2B5EF4-FFF2-40B4-BE49-F238E27FC236}">
                <a16:creationId xmlns:a16="http://schemas.microsoft.com/office/drawing/2014/main" id="{495865CE-5BE9-4122-8AB8-48E534DD88F7}"/>
              </a:ext>
            </a:extLst>
          </p:cNvPr>
          <p:cNvSpPr/>
          <p:nvPr userDrawn="1"/>
        </p:nvSpPr>
        <p:spPr bwMode="auto">
          <a:xfrm>
            <a:off x="0" y="6541200"/>
            <a:ext cx="12193200" cy="316800"/>
          </a:xfrm>
          <a:prstGeom prst="rect">
            <a:avLst/>
          </a:prstGeom>
          <a:solidFill>
            <a:srgbClr val="79238E"/>
          </a:solidFill>
          <a:ln w="9525" cap="flat" cmpd="sng" algn="ctr">
            <a:noFill/>
            <a:prstDash val="solid"/>
            <a:miter lim="800000"/>
            <a:headEnd type="none" w="med" len="med"/>
            <a:tailEnd type="none" w="med" len="med"/>
          </a:ln>
          <a:effectLst/>
        </p:spPr>
        <p:txBody>
          <a:bodyPr vert="horz" wrap="square" lIns="90000" tIns="46800" rIns="90000" bIns="4680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1" fontAlgn="base" latinLnBrk="0" hangingPunct="1">
              <a:lnSpc>
                <a:spcPct val="100000"/>
              </a:lnSpc>
              <a:spcBef>
                <a:spcPts val="432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GB" sz="1600" b="0" i="0" u="none" strike="noStrike" cap="none" normalizeH="0" baseline="0" dirty="0" err="1">
              <a:ln>
                <a:noFill/>
              </a:ln>
              <a:solidFill>
                <a:srgbClr val="FFFFFF"/>
              </a:solidFill>
              <a:effectLst/>
              <a:latin typeface="+mn-lt"/>
              <a:ea typeface="ＭＳ Ｐゴシック" pitchFamily="-80" charset="-128"/>
            </a:endParaRPr>
          </a:p>
        </p:txBody>
      </p:sp>
      <p:sp>
        <p:nvSpPr>
          <p:cNvPr id="12" name="Top bar">
            <a:extLst>
              <a:ext uri="{FF2B5EF4-FFF2-40B4-BE49-F238E27FC236}">
                <a16:creationId xmlns:a16="http://schemas.microsoft.com/office/drawing/2014/main" id="{0D436479-94F3-475C-8F8D-D3CDC81793FD}"/>
              </a:ext>
            </a:extLst>
          </p:cNvPr>
          <p:cNvSpPr/>
          <p:nvPr userDrawn="1"/>
        </p:nvSpPr>
        <p:spPr bwMode="auto">
          <a:xfrm>
            <a:off x="0" y="0"/>
            <a:ext cx="12193200" cy="50400"/>
          </a:xfrm>
          <a:prstGeom prst="rect">
            <a:avLst/>
          </a:prstGeom>
          <a:solidFill>
            <a:srgbClr val="79238E"/>
          </a:solidFill>
          <a:ln w="9525" cap="flat" cmpd="sng" algn="ctr">
            <a:noFill/>
            <a:prstDash val="solid"/>
            <a:miter lim="800000"/>
            <a:headEnd type="none" w="med" len="med"/>
            <a:tailEnd type="none" w="med" len="med"/>
          </a:ln>
          <a:effectLst/>
        </p:spPr>
        <p:txBody>
          <a:bodyPr vert="horz" wrap="square" lIns="90000" tIns="46800" rIns="90000" bIns="4680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1" fontAlgn="base" latinLnBrk="0" hangingPunct="1">
              <a:lnSpc>
                <a:spcPct val="100000"/>
              </a:lnSpc>
              <a:spcBef>
                <a:spcPts val="432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GB" sz="1600" b="0" i="0" u="none" strike="noStrike" cap="none" normalizeH="0" baseline="0" dirty="0" err="1">
              <a:ln>
                <a:noFill/>
              </a:ln>
              <a:solidFill>
                <a:srgbClr val="FFFFFF"/>
              </a:solidFill>
              <a:effectLst/>
              <a:latin typeface="+mn-lt"/>
              <a:ea typeface="ＭＳ Ｐゴシック" pitchFamily="-80" charset="-128"/>
            </a:endParaRPr>
          </a:p>
        </p:txBody>
      </p:sp>
    </p:spTree>
    <p:extLst>
      <p:ext uri="{BB962C8B-B14F-4D97-AF65-F5344CB8AC3E}">
        <p14:creationId xmlns:p14="http://schemas.microsoft.com/office/powerpoint/2010/main" val="3496376187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tags" Target="../tags/tag2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" name="Logo color">
            <a:extLst>
              <a:ext uri="{FF2B5EF4-FFF2-40B4-BE49-F238E27FC236}">
                <a16:creationId xmlns:a16="http://schemas.microsoft.com/office/drawing/2014/main" id="{ADC92552-7939-46C1-AAFE-B97F51EBFFE9}"/>
              </a:ext>
            </a:extLst>
          </p:cNvPr>
          <p:cNvSpPr>
            <a:spLocks noChangeAspect="1"/>
          </p:cNvSpPr>
          <p:nvPr userDrawn="1">
            <p:custDataLst>
              <p:tags r:id="rId13"/>
            </p:custDataLst>
          </p:nvPr>
        </p:nvSpPr>
        <p:spPr bwMode="auto">
          <a:xfrm>
            <a:off x="252000" y="252000"/>
            <a:ext cx="419611" cy="612000"/>
          </a:xfrm>
          <a:custGeom>
            <a:avLst/>
            <a:gdLst>
              <a:gd name="connsiteX0" fmla="*/ 1050029 w 4933949"/>
              <a:gd name="connsiteY0" fmla="*/ 6094413 h 7196138"/>
              <a:gd name="connsiteX1" fmla="*/ 3883920 w 4933949"/>
              <a:gd name="connsiteY1" fmla="*/ 6094413 h 7196138"/>
              <a:gd name="connsiteX2" fmla="*/ 4933949 w 4933949"/>
              <a:gd name="connsiteY2" fmla="*/ 6645934 h 7196138"/>
              <a:gd name="connsiteX3" fmla="*/ 3883920 w 4933949"/>
              <a:gd name="connsiteY3" fmla="*/ 7196138 h 7196138"/>
              <a:gd name="connsiteX4" fmla="*/ 1050029 w 4933949"/>
              <a:gd name="connsiteY4" fmla="*/ 7196138 h 7196138"/>
              <a:gd name="connsiteX5" fmla="*/ 0 w 4933949"/>
              <a:gd name="connsiteY5" fmla="*/ 6645934 h 7196138"/>
              <a:gd name="connsiteX6" fmla="*/ 1050029 w 4933949"/>
              <a:gd name="connsiteY6" fmla="*/ 6094413 h 7196138"/>
              <a:gd name="connsiteX7" fmla="*/ 1050029 w 4933949"/>
              <a:gd name="connsiteY7" fmla="*/ 4730750 h 7196138"/>
              <a:gd name="connsiteX8" fmla="*/ 3883920 w 4933949"/>
              <a:gd name="connsiteY8" fmla="*/ 4730750 h 7196138"/>
              <a:gd name="connsiteX9" fmla="*/ 4933949 w 4933949"/>
              <a:gd name="connsiteY9" fmla="*/ 5283066 h 7196138"/>
              <a:gd name="connsiteX10" fmla="*/ 3883920 w 4933949"/>
              <a:gd name="connsiteY10" fmla="*/ 5834063 h 7196138"/>
              <a:gd name="connsiteX11" fmla="*/ 1050029 w 4933949"/>
              <a:gd name="connsiteY11" fmla="*/ 5834063 h 7196138"/>
              <a:gd name="connsiteX12" fmla="*/ 0 w 4933949"/>
              <a:gd name="connsiteY12" fmla="*/ 5283066 h 7196138"/>
              <a:gd name="connsiteX13" fmla="*/ 1050029 w 4933949"/>
              <a:gd name="connsiteY13" fmla="*/ 4730750 h 7196138"/>
              <a:gd name="connsiteX14" fmla="*/ 1050029 w 4933949"/>
              <a:gd name="connsiteY14" fmla="*/ 3368675 h 7196138"/>
              <a:gd name="connsiteX15" fmla="*/ 3883920 w 4933949"/>
              <a:gd name="connsiteY15" fmla="*/ 3368675 h 7196138"/>
              <a:gd name="connsiteX16" fmla="*/ 4933949 w 4933949"/>
              <a:gd name="connsiteY16" fmla="*/ 3920991 h 7196138"/>
              <a:gd name="connsiteX17" fmla="*/ 3883920 w 4933949"/>
              <a:gd name="connsiteY17" fmla="*/ 4471988 h 7196138"/>
              <a:gd name="connsiteX18" fmla="*/ 1050029 w 4933949"/>
              <a:gd name="connsiteY18" fmla="*/ 4471988 h 7196138"/>
              <a:gd name="connsiteX19" fmla="*/ 0 w 4933949"/>
              <a:gd name="connsiteY19" fmla="*/ 3920991 h 7196138"/>
              <a:gd name="connsiteX20" fmla="*/ 1050029 w 4933949"/>
              <a:gd name="connsiteY20" fmla="*/ 3368675 h 7196138"/>
              <a:gd name="connsiteX21" fmla="*/ 678543 w 4933949"/>
              <a:gd name="connsiteY21" fmla="*/ 305710 h 7196138"/>
              <a:gd name="connsiteX22" fmla="*/ 678543 w 4933949"/>
              <a:gd name="connsiteY22" fmla="*/ 2307316 h 7196138"/>
              <a:gd name="connsiteX23" fmla="*/ 909109 w 4933949"/>
              <a:gd name="connsiteY23" fmla="*/ 2307316 h 7196138"/>
              <a:gd name="connsiteX24" fmla="*/ 1119911 w 4933949"/>
              <a:gd name="connsiteY24" fmla="*/ 2234842 h 7196138"/>
              <a:gd name="connsiteX25" fmla="*/ 1198962 w 4933949"/>
              <a:gd name="connsiteY25" fmla="*/ 1615517 h 7196138"/>
              <a:gd name="connsiteX26" fmla="*/ 1198962 w 4933949"/>
              <a:gd name="connsiteY26" fmla="*/ 996191 h 7196138"/>
              <a:gd name="connsiteX27" fmla="*/ 1119911 w 4933949"/>
              <a:gd name="connsiteY27" fmla="*/ 378184 h 7196138"/>
              <a:gd name="connsiteX28" fmla="*/ 909109 w 4933949"/>
              <a:gd name="connsiteY28" fmla="*/ 305710 h 7196138"/>
              <a:gd name="connsiteX29" fmla="*/ 678543 w 4933949"/>
              <a:gd name="connsiteY29" fmla="*/ 305710 h 7196138"/>
              <a:gd name="connsiteX30" fmla="*/ 1842869 w 4933949"/>
              <a:gd name="connsiteY30" fmla="*/ 0 h 7196138"/>
              <a:gd name="connsiteX31" fmla="*/ 3073618 w 4933949"/>
              <a:gd name="connsiteY31" fmla="*/ 0 h 7196138"/>
              <a:gd name="connsiteX32" fmla="*/ 3114467 w 4933949"/>
              <a:gd name="connsiteY32" fmla="*/ 14495 h 7196138"/>
              <a:gd name="connsiteX33" fmla="*/ 3128962 w 4933949"/>
              <a:gd name="connsiteY33" fmla="*/ 54027 h 7196138"/>
              <a:gd name="connsiteX34" fmla="*/ 3128962 w 4933949"/>
              <a:gd name="connsiteY34" fmla="*/ 275402 h 7196138"/>
              <a:gd name="connsiteX35" fmla="*/ 3114467 w 4933949"/>
              <a:gd name="connsiteY35" fmla="*/ 314934 h 7196138"/>
              <a:gd name="connsiteX36" fmla="*/ 3073618 w 4933949"/>
              <a:gd name="connsiteY36" fmla="*/ 329429 h 7196138"/>
              <a:gd name="connsiteX37" fmla="*/ 2679620 w 4933949"/>
              <a:gd name="connsiteY37" fmla="*/ 329429 h 7196138"/>
              <a:gd name="connsiteX38" fmla="*/ 2679620 w 4933949"/>
              <a:gd name="connsiteY38" fmla="*/ 2558999 h 7196138"/>
              <a:gd name="connsiteX39" fmla="*/ 2665125 w 4933949"/>
              <a:gd name="connsiteY39" fmla="*/ 2598530 h 7196138"/>
              <a:gd name="connsiteX40" fmla="*/ 2625594 w 4933949"/>
              <a:gd name="connsiteY40" fmla="*/ 2613025 h 7196138"/>
              <a:gd name="connsiteX41" fmla="*/ 2290893 w 4933949"/>
              <a:gd name="connsiteY41" fmla="*/ 2613025 h 7196138"/>
              <a:gd name="connsiteX42" fmla="*/ 2250044 w 4933949"/>
              <a:gd name="connsiteY42" fmla="*/ 2598530 h 7196138"/>
              <a:gd name="connsiteX43" fmla="*/ 2235549 w 4933949"/>
              <a:gd name="connsiteY43" fmla="*/ 2558999 h 7196138"/>
              <a:gd name="connsiteX44" fmla="*/ 2235549 w 4933949"/>
              <a:gd name="connsiteY44" fmla="*/ 329429 h 7196138"/>
              <a:gd name="connsiteX45" fmla="*/ 1842869 w 4933949"/>
              <a:gd name="connsiteY45" fmla="*/ 329429 h 7196138"/>
              <a:gd name="connsiteX46" fmla="*/ 1802020 w 4933949"/>
              <a:gd name="connsiteY46" fmla="*/ 314934 h 7196138"/>
              <a:gd name="connsiteX47" fmla="*/ 1787525 w 4933949"/>
              <a:gd name="connsiteY47" fmla="*/ 275402 h 7196138"/>
              <a:gd name="connsiteX48" fmla="*/ 1787525 w 4933949"/>
              <a:gd name="connsiteY48" fmla="*/ 54027 h 7196138"/>
              <a:gd name="connsiteX49" fmla="*/ 1802020 w 4933949"/>
              <a:gd name="connsiteY49" fmla="*/ 14495 h 7196138"/>
              <a:gd name="connsiteX50" fmla="*/ 1842869 w 4933949"/>
              <a:gd name="connsiteY50" fmla="*/ 0 h 7196138"/>
              <a:gd name="connsiteX51" fmla="*/ 317544 w 4933949"/>
              <a:gd name="connsiteY51" fmla="*/ 0 h 7196138"/>
              <a:gd name="connsiteX52" fmla="*/ 972349 w 4933949"/>
              <a:gd name="connsiteY52" fmla="*/ 0 h 7196138"/>
              <a:gd name="connsiteX53" fmla="*/ 1476958 w 4933949"/>
              <a:gd name="connsiteY53" fmla="*/ 179209 h 7196138"/>
              <a:gd name="connsiteX54" fmla="*/ 1619250 w 4933949"/>
              <a:gd name="connsiteY54" fmla="*/ 1025181 h 7196138"/>
              <a:gd name="connsiteX55" fmla="*/ 1619250 w 4933949"/>
              <a:gd name="connsiteY55" fmla="*/ 1587845 h 7196138"/>
              <a:gd name="connsiteX56" fmla="*/ 1476958 w 4933949"/>
              <a:gd name="connsiteY56" fmla="*/ 2433816 h 7196138"/>
              <a:gd name="connsiteX57" fmla="*/ 972349 w 4933949"/>
              <a:gd name="connsiteY57" fmla="*/ 2613025 h 7196138"/>
              <a:gd name="connsiteX58" fmla="*/ 317544 w 4933949"/>
              <a:gd name="connsiteY58" fmla="*/ 2613025 h 7196138"/>
              <a:gd name="connsiteX59" fmla="*/ 278018 w 4933949"/>
              <a:gd name="connsiteY59" fmla="*/ 2598530 h 7196138"/>
              <a:gd name="connsiteX60" fmla="*/ 263525 w 4933949"/>
              <a:gd name="connsiteY60" fmla="*/ 2558999 h 7196138"/>
              <a:gd name="connsiteX61" fmla="*/ 263525 w 4933949"/>
              <a:gd name="connsiteY61" fmla="*/ 54027 h 7196138"/>
              <a:gd name="connsiteX62" fmla="*/ 278018 w 4933949"/>
              <a:gd name="connsiteY62" fmla="*/ 14495 h 7196138"/>
              <a:gd name="connsiteX63" fmla="*/ 317544 w 4933949"/>
              <a:gd name="connsiteY63" fmla="*/ 0 h 7196138"/>
              <a:gd name="connsiteX64" fmla="*/ 3359213 w 4933949"/>
              <a:gd name="connsiteY64" fmla="*/ 0 h 7196138"/>
              <a:gd name="connsiteX65" fmla="*/ 3664991 w 4933949"/>
              <a:gd name="connsiteY65" fmla="*/ 0 h 7196138"/>
              <a:gd name="connsiteX66" fmla="*/ 3705850 w 4933949"/>
              <a:gd name="connsiteY66" fmla="*/ 14497 h 7196138"/>
              <a:gd name="connsiteX67" fmla="*/ 3720348 w 4933949"/>
              <a:gd name="connsiteY67" fmla="*/ 54035 h 7196138"/>
              <a:gd name="connsiteX68" fmla="*/ 3720348 w 4933949"/>
              <a:gd name="connsiteY68" fmla="*/ 1903062 h 7196138"/>
              <a:gd name="connsiteX69" fmla="*/ 3798111 w 4933949"/>
              <a:gd name="connsiteY69" fmla="*/ 2279984 h 7196138"/>
              <a:gd name="connsiteX70" fmla="*/ 3976042 w 4933949"/>
              <a:gd name="connsiteY70" fmla="*/ 2349833 h 7196138"/>
              <a:gd name="connsiteX71" fmla="*/ 4163200 w 4933949"/>
              <a:gd name="connsiteY71" fmla="*/ 2279984 h 7196138"/>
              <a:gd name="connsiteX72" fmla="*/ 4240963 w 4933949"/>
              <a:gd name="connsiteY72" fmla="*/ 1903062 h 7196138"/>
              <a:gd name="connsiteX73" fmla="*/ 4240963 w 4933949"/>
              <a:gd name="connsiteY73" fmla="*/ 54035 h 7196138"/>
              <a:gd name="connsiteX74" fmla="*/ 4255461 w 4933949"/>
              <a:gd name="connsiteY74" fmla="*/ 14497 h 7196138"/>
              <a:gd name="connsiteX75" fmla="*/ 4295001 w 4933949"/>
              <a:gd name="connsiteY75" fmla="*/ 0 h 7196138"/>
              <a:gd name="connsiteX76" fmla="*/ 4602098 w 4933949"/>
              <a:gd name="connsiteY76" fmla="*/ 0 h 7196138"/>
              <a:gd name="connsiteX77" fmla="*/ 4641638 w 4933949"/>
              <a:gd name="connsiteY77" fmla="*/ 14497 h 7196138"/>
              <a:gd name="connsiteX78" fmla="*/ 4656136 w 4933949"/>
              <a:gd name="connsiteY78" fmla="*/ 54035 h 7196138"/>
              <a:gd name="connsiteX79" fmla="*/ 4656136 w 4933949"/>
              <a:gd name="connsiteY79" fmla="*/ 1904380 h 7196138"/>
              <a:gd name="connsiteX80" fmla="*/ 4507201 w 4933949"/>
              <a:gd name="connsiteY80" fmla="*/ 2459220 h 7196138"/>
              <a:gd name="connsiteX81" fmla="*/ 3981314 w 4933949"/>
              <a:gd name="connsiteY81" fmla="*/ 2646363 h 7196138"/>
              <a:gd name="connsiteX82" fmla="*/ 3447519 w 4933949"/>
              <a:gd name="connsiteY82" fmla="*/ 2459220 h 7196138"/>
              <a:gd name="connsiteX83" fmla="*/ 3305174 w 4933949"/>
              <a:gd name="connsiteY83" fmla="*/ 1904380 h 7196138"/>
              <a:gd name="connsiteX84" fmla="*/ 3305174 w 4933949"/>
              <a:gd name="connsiteY84" fmla="*/ 54035 h 7196138"/>
              <a:gd name="connsiteX85" fmla="*/ 3318354 w 4933949"/>
              <a:gd name="connsiteY85" fmla="*/ 14497 h 7196138"/>
              <a:gd name="connsiteX86" fmla="*/ 3359213 w 4933949"/>
              <a:gd name="connsiteY86" fmla="*/ 0 h 719613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  <a:cxn ang="0">
                <a:pos x="connsiteX83" y="connsiteY83"/>
              </a:cxn>
              <a:cxn ang="0">
                <a:pos x="connsiteX84" y="connsiteY84"/>
              </a:cxn>
              <a:cxn ang="0">
                <a:pos x="connsiteX85" y="connsiteY85"/>
              </a:cxn>
              <a:cxn ang="0">
                <a:pos x="connsiteX86" y="connsiteY86"/>
              </a:cxn>
            </a:cxnLst>
            <a:rect l="l" t="t" r="r" b="b"/>
            <a:pathLst>
              <a:path w="4933949" h="7196138">
                <a:moveTo>
                  <a:pt x="1050029" y="6094413"/>
                </a:moveTo>
                <a:cubicBezTo>
                  <a:pt x="2409664" y="6623557"/>
                  <a:pt x="2524285" y="6623557"/>
                  <a:pt x="3883920" y="6094413"/>
                </a:cubicBezTo>
                <a:cubicBezTo>
                  <a:pt x="3883920" y="6094413"/>
                  <a:pt x="3883920" y="6094413"/>
                  <a:pt x="4933949" y="6645934"/>
                </a:cubicBezTo>
                <a:cubicBezTo>
                  <a:pt x="4933949" y="6645934"/>
                  <a:pt x="4933949" y="6645934"/>
                  <a:pt x="3883920" y="7196138"/>
                </a:cubicBezTo>
                <a:cubicBezTo>
                  <a:pt x="2524285" y="6668311"/>
                  <a:pt x="2409664" y="6668311"/>
                  <a:pt x="1050029" y="7196138"/>
                </a:cubicBezTo>
                <a:cubicBezTo>
                  <a:pt x="1050029" y="7196138"/>
                  <a:pt x="1050029" y="7196138"/>
                  <a:pt x="0" y="6645934"/>
                </a:cubicBezTo>
                <a:cubicBezTo>
                  <a:pt x="0" y="6645934"/>
                  <a:pt x="0" y="6645934"/>
                  <a:pt x="1050029" y="6094413"/>
                </a:cubicBezTo>
                <a:close/>
                <a:moveTo>
                  <a:pt x="1050029" y="4730750"/>
                </a:moveTo>
                <a:cubicBezTo>
                  <a:pt x="2409664" y="5260657"/>
                  <a:pt x="2524285" y="5260657"/>
                  <a:pt x="3883920" y="4730750"/>
                </a:cubicBezTo>
                <a:cubicBezTo>
                  <a:pt x="3883920" y="4730750"/>
                  <a:pt x="3883920" y="4730750"/>
                  <a:pt x="4933949" y="5283066"/>
                </a:cubicBezTo>
                <a:cubicBezTo>
                  <a:pt x="4933949" y="5283066"/>
                  <a:pt x="4933949" y="5283066"/>
                  <a:pt x="3883920" y="5834063"/>
                </a:cubicBezTo>
                <a:cubicBezTo>
                  <a:pt x="2524285" y="5305475"/>
                  <a:pt x="2409664" y="5305475"/>
                  <a:pt x="1050029" y="5834063"/>
                </a:cubicBezTo>
                <a:cubicBezTo>
                  <a:pt x="1050029" y="5834063"/>
                  <a:pt x="1050029" y="5834063"/>
                  <a:pt x="0" y="5283066"/>
                </a:cubicBezTo>
                <a:cubicBezTo>
                  <a:pt x="0" y="5283066"/>
                  <a:pt x="0" y="5283066"/>
                  <a:pt x="1050029" y="4730750"/>
                </a:cubicBezTo>
                <a:close/>
                <a:moveTo>
                  <a:pt x="1050029" y="3368675"/>
                </a:moveTo>
                <a:cubicBezTo>
                  <a:pt x="2409664" y="3898582"/>
                  <a:pt x="2524285" y="3898582"/>
                  <a:pt x="3883920" y="3368675"/>
                </a:cubicBezTo>
                <a:cubicBezTo>
                  <a:pt x="3883920" y="3368675"/>
                  <a:pt x="3883920" y="3368675"/>
                  <a:pt x="4933949" y="3920991"/>
                </a:cubicBezTo>
                <a:cubicBezTo>
                  <a:pt x="4933949" y="3920991"/>
                  <a:pt x="4933949" y="3920991"/>
                  <a:pt x="3883920" y="4471988"/>
                </a:cubicBezTo>
                <a:cubicBezTo>
                  <a:pt x="2524285" y="3943400"/>
                  <a:pt x="2409664" y="3943400"/>
                  <a:pt x="1050029" y="4471988"/>
                </a:cubicBezTo>
                <a:cubicBezTo>
                  <a:pt x="1050029" y="4471988"/>
                  <a:pt x="1050029" y="4471988"/>
                  <a:pt x="0" y="3920991"/>
                </a:cubicBezTo>
                <a:cubicBezTo>
                  <a:pt x="0" y="3920991"/>
                  <a:pt x="0" y="3920991"/>
                  <a:pt x="1050029" y="3368675"/>
                </a:cubicBezTo>
                <a:close/>
                <a:moveTo>
                  <a:pt x="678543" y="305710"/>
                </a:moveTo>
                <a:lnTo>
                  <a:pt x="678543" y="2307316"/>
                </a:lnTo>
                <a:cubicBezTo>
                  <a:pt x="678543" y="2307316"/>
                  <a:pt x="678543" y="2307316"/>
                  <a:pt x="909109" y="2307316"/>
                </a:cubicBezTo>
                <a:cubicBezTo>
                  <a:pt x="1011875" y="2307316"/>
                  <a:pt x="1072481" y="2291503"/>
                  <a:pt x="1119911" y="2234842"/>
                </a:cubicBezTo>
                <a:cubicBezTo>
                  <a:pt x="1192375" y="2147873"/>
                  <a:pt x="1198962" y="1971299"/>
                  <a:pt x="1198962" y="1615517"/>
                </a:cubicBezTo>
                <a:cubicBezTo>
                  <a:pt x="1198962" y="1615517"/>
                  <a:pt x="1198962" y="1615517"/>
                  <a:pt x="1198962" y="996191"/>
                </a:cubicBezTo>
                <a:cubicBezTo>
                  <a:pt x="1198962" y="641727"/>
                  <a:pt x="1192375" y="465153"/>
                  <a:pt x="1119911" y="378184"/>
                </a:cubicBezTo>
                <a:cubicBezTo>
                  <a:pt x="1072481" y="321522"/>
                  <a:pt x="1011875" y="305710"/>
                  <a:pt x="909109" y="305710"/>
                </a:cubicBezTo>
                <a:cubicBezTo>
                  <a:pt x="909109" y="305710"/>
                  <a:pt x="909109" y="305710"/>
                  <a:pt x="678543" y="305710"/>
                </a:cubicBezTo>
                <a:close/>
                <a:moveTo>
                  <a:pt x="1842869" y="0"/>
                </a:moveTo>
                <a:cubicBezTo>
                  <a:pt x="1842869" y="0"/>
                  <a:pt x="1842869" y="0"/>
                  <a:pt x="3073618" y="0"/>
                </a:cubicBezTo>
                <a:cubicBezTo>
                  <a:pt x="3093384" y="0"/>
                  <a:pt x="3105243" y="5271"/>
                  <a:pt x="3114467" y="14495"/>
                </a:cubicBezTo>
                <a:cubicBezTo>
                  <a:pt x="3122374" y="22401"/>
                  <a:pt x="3128962" y="34261"/>
                  <a:pt x="3128962" y="54027"/>
                </a:cubicBezTo>
                <a:cubicBezTo>
                  <a:pt x="3128962" y="54027"/>
                  <a:pt x="3128962" y="54027"/>
                  <a:pt x="3128962" y="275402"/>
                </a:cubicBezTo>
                <a:cubicBezTo>
                  <a:pt x="3128962" y="295168"/>
                  <a:pt x="3122374" y="307028"/>
                  <a:pt x="3114467" y="314934"/>
                </a:cubicBezTo>
                <a:cubicBezTo>
                  <a:pt x="3105243" y="324158"/>
                  <a:pt x="3093384" y="329429"/>
                  <a:pt x="3073618" y="329429"/>
                </a:cubicBezTo>
                <a:cubicBezTo>
                  <a:pt x="3073618" y="329429"/>
                  <a:pt x="3073618" y="329429"/>
                  <a:pt x="2679620" y="329429"/>
                </a:cubicBezTo>
                <a:cubicBezTo>
                  <a:pt x="2679620" y="329429"/>
                  <a:pt x="2679620" y="329429"/>
                  <a:pt x="2679620" y="2558999"/>
                </a:cubicBezTo>
                <a:cubicBezTo>
                  <a:pt x="2679620" y="2578765"/>
                  <a:pt x="2674349" y="2590624"/>
                  <a:pt x="2665125" y="2598530"/>
                </a:cubicBezTo>
                <a:cubicBezTo>
                  <a:pt x="2657219" y="2607755"/>
                  <a:pt x="2645360" y="2613025"/>
                  <a:pt x="2625594" y="2613025"/>
                </a:cubicBezTo>
                <a:cubicBezTo>
                  <a:pt x="2625594" y="2613025"/>
                  <a:pt x="2625594" y="2613025"/>
                  <a:pt x="2290893" y="2613025"/>
                </a:cubicBezTo>
                <a:cubicBezTo>
                  <a:pt x="2271128" y="2613025"/>
                  <a:pt x="2259268" y="2607755"/>
                  <a:pt x="2250044" y="2598530"/>
                </a:cubicBezTo>
                <a:cubicBezTo>
                  <a:pt x="2240820" y="2590624"/>
                  <a:pt x="2235549" y="2578765"/>
                  <a:pt x="2235549" y="2558999"/>
                </a:cubicBezTo>
                <a:cubicBezTo>
                  <a:pt x="2235549" y="2558999"/>
                  <a:pt x="2235549" y="2558999"/>
                  <a:pt x="2235549" y="329429"/>
                </a:cubicBezTo>
                <a:cubicBezTo>
                  <a:pt x="2235549" y="329429"/>
                  <a:pt x="2235549" y="329429"/>
                  <a:pt x="1842869" y="329429"/>
                </a:cubicBezTo>
                <a:cubicBezTo>
                  <a:pt x="1823104" y="329429"/>
                  <a:pt x="1811244" y="324158"/>
                  <a:pt x="1802020" y="314934"/>
                </a:cubicBezTo>
                <a:cubicBezTo>
                  <a:pt x="1792796" y="307028"/>
                  <a:pt x="1787525" y="295168"/>
                  <a:pt x="1787525" y="275402"/>
                </a:cubicBezTo>
                <a:cubicBezTo>
                  <a:pt x="1787525" y="275402"/>
                  <a:pt x="1787525" y="275402"/>
                  <a:pt x="1787525" y="54027"/>
                </a:cubicBezTo>
                <a:cubicBezTo>
                  <a:pt x="1787525" y="34261"/>
                  <a:pt x="1792796" y="22401"/>
                  <a:pt x="1802020" y="14495"/>
                </a:cubicBezTo>
                <a:cubicBezTo>
                  <a:pt x="1811244" y="5271"/>
                  <a:pt x="1823104" y="0"/>
                  <a:pt x="1842869" y="0"/>
                </a:cubicBezTo>
                <a:close/>
                <a:moveTo>
                  <a:pt x="317544" y="0"/>
                </a:moveTo>
                <a:cubicBezTo>
                  <a:pt x="317544" y="0"/>
                  <a:pt x="317544" y="0"/>
                  <a:pt x="972349" y="0"/>
                </a:cubicBezTo>
                <a:cubicBezTo>
                  <a:pt x="1226630" y="0"/>
                  <a:pt x="1382097" y="57980"/>
                  <a:pt x="1476958" y="179209"/>
                </a:cubicBezTo>
                <a:cubicBezTo>
                  <a:pt x="1615298" y="345241"/>
                  <a:pt x="1619250" y="614055"/>
                  <a:pt x="1619250" y="1025181"/>
                </a:cubicBezTo>
                <a:cubicBezTo>
                  <a:pt x="1619250" y="1025181"/>
                  <a:pt x="1619250" y="1025181"/>
                  <a:pt x="1619250" y="1587845"/>
                </a:cubicBezTo>
                <a:cubicBezTo>
                  <a:pt x="1619250" y="1998971"/>
                  <a:pt x="1615298" y="2267784"/>
                  <a:pt x="1476958" y="2433816"/>
                </a:cubicBezTo>
                <a:cubicBezTo>
                  <a:pt x="1382097" y="2555046"/>
                  <a:pt x="1226630" y="2613025"/>
                  <a:pt x="972349" y="2613025"/>
                </a:cubicBezTo>
                <a:cubicBezTo>
                  <a:pt x="972349" y="2613025"/>
                  <a:pt x="972349" y="2613025"/>
                  <a:pt x="317544" y="2613025"/>
                </a:cubicBezTo>
                <a:cubicBezTo>
                  <a:pt x="297781" y="2613025"/>
                  <a:pt x="285923" y="2607755"/>
                  <a:pt x="278018" y="2598530"/>
                </a:cubicBezTo>
                <a:cubicBezTo>
                  <a:pt x="268795" y="2590624"/>
                  <a:pt x="263525" y="2578765"/>
                  <a:pt x="263525" y="2558999"/>
                </a:cubicBezTo>
                <a:cubicBezTo>
                  <a:pt x="263525" y="2558999"/>
                  <a:pt x="263525" y="2558999"/>
                  <a:pt x="263525" y="54027"/>
                </a:cubicBezTo>
                <a:cubicBezTo>
                  <a:pt x="263525" y="34261"/>
                  <a:pt x="268795" y="22401"/>
                  <a:pt x="278018" y="14495"/>
                </a:cubicBezTo>
                <a:cubicBezTo>
                  <a:pt x="285923" y="5271"/>
                  <a:pt x="297781" y="0"/>
                  <a:pt x="317544" y="0"/>
                </a:cubicBezTo>
                <a:close/>
                <a:moveTo>
                  <a:pt x="3359213" y="0"/>
                </a:moveTo>
                <a:cubicBezTo>
                  <a:pt x="3359213" y="0"/>
                  <a:pt x="3359213" y="0"/>
                  <a:pt x="3664991" y="0"/>
                </a:cubicBezTo>
                <a:cubicBezTo>
                  <a:pt x="3684762" y="0"/>
                  <a:pt x="3696624" y="5272"/>
                  <a:pt x="3705850" y="14497"/>
                </a:cubicBezTo>
                <a:cubicBezTo>
                  <a:pt x="3715076" y="22405"/>
                  <a:pt x="3720348" y="34266"/>
                  <a:pt x="3720348" y="54035"/>
                </a:cubicBezTo>
                <a:cubicBezTo>
                  <a:pt x="3720348" y="54035"/>
                  <a:pt x="3720348" y="54035"/>
                  <a:pt x="3720348" y="1903062"/>
                </a:cubicBezTo>
                <a:cubicBezTo>
                  <a:pt x="3720348" y="2103384"/>
                  <a:pt x="3738800" y="2214089"/>
                  <a:pt x="3798111" y="2279984"/>
                </a:cubicBezTo>
                <a:cubicBezTo>
                  <a:pt x="3841605" y="2328747"/>
                  <a:pt x="3899597" y="2349833"/>
                  <a:pt x="3976042" y="2349833"/>
                </a:cubicBezTo>
                <a:cubicBezTo>
                  <a:pt x="4060395" y="2349833"/>
                  <a:pt x="4121023" y="2326111"/>
                  <a:pt x="4163200" y="2279984"/>
                </a:cubicBezTo>
                <a:cubicBezTo>
                  <a:pt x="4226464" y="2211453"/>
                  <a:pt x="4240963" y="2096795"/>
                  <a:pt x="4240963" y="1903062"/>
                </a:cubicBezTo>
                <a:cubicBezTo>
                  <a:pt x="4240963" y="1903062"/>
                  <a:pt x="4240963" y="1903062"/>
                  <a:pt x="4240963" y="54035"/>
                </a:cubicBezTo>
                <a:cubicBezTo>
                  <a:pt x="4240963" y="34266"/>
                  <a:pt x="4246235" y="22405"/>
                  <a:pt x="4255461" y="14497"/>
                </a:cubicBezTo>
                <a:cubicBezTo>
                  <a:pt x="4263369" y="5272"/>
                  <a:pt x="4276549" y="0"/>
                  <a:pt x="4295001" y="0"/>
                </a:cubicBezTo>
                <a:cubicBezTo>
                  <a:pt x="4295001" y="0"/>
                  <a:pt x="4295001" y="0"/>
                  <a:pt x="4602098" y="0"/>
                </a:cubicBezTo>
                <a:cubicBezTo>
                  <a:pt x="4621868" y="0"/>
                  <a:pt x="4633730" y="5272"/>
                  <a:pt x="4641638" y="14497"/>
                </a:cubicBezTo>
                <a:cubicBezTo>
                  <a:pt x="4650864" y="22405"/>
                  <a:pt x="4656136" y="34266"/>
                  <a:pt x="4656136" y="54035"/>
                </a:cubicBezTo>
                <a:cubicBezTo>
                  <a:pt x="4656136" y="54035"/>
                  <a:pt x="4656136" y="54035"/>
                  <a:pt x="4656136" y="1904380"/>
                </a:cubicBezTo>
                <a:cubicBezTo>
                  <a:pt x="4656136" y="2153465"/>
                  <a:pt x="4627140" y="2319521"/>
                  <a:pt x="4507201" y="2459220"/>
                </a:cubicBezTo>
                <a:cubicBezTo>
                  <a:pt x="4405714" y="2577832"/>
                  <a:pt x="4239645" y="2646363"/>
                  <a:pt x="3981314" y="2646363"/>
                </a:cubicBezTo>
                <a:cubicBezTo>
                  <a:pt x="3726938" y="2646363"/>
                  <a:pt x="3559550" y="2581786"/>
                  <a:pt x="3447519" y="2459220"/>
                </a:cubicBezTo>
                <a:cubicBezTo>
                  <a:pt x="3340760" y="2341926"/>
                  <a:pt x="3305174" y="2173233"/>
                  <a:pt x="3305174" y="1904380"/>
                </a:cubicBezTo>
                <a:cubicBezTo>
                  <a:pt x="3305174" y="1904380"/>
                  <a:pt x="3305174" y="1904380"/>
                  <a:pt x="3305174" y="54035"/>
                </a:cubicBezTo>
                <a:cubicBezTo>
                  <a:pt x="3305174" y="34266"/>
                  <a:pt x="3310446" y="22405"/>
                  <a:pt x="3318354" y="14497"/>
                </a:cubicBezTo>
                <a:cubicBezTo>
                  <a:pt x="3327580" y="5272"/>
                  <a:pt x="3339442" y="0"/>
                  <a:pt x="3359213" y="0"/>
                </a:cubicBezTo>
                <a:close/>
              </a:path>
            </a:pathLst>
          </a:custGeom>
          <a:solidFill>
            <a:srgbClr val="79238E"/>
          </a:solidFill>
          <a:ln>
            <a:noFill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  <a:noAutofit/>
          </a:bodyPr>
          <a:lstStyle/>
          <a:p>
            <a:endParaRPr lang="en-GB"/>
          </a:p>
        </p:txBody>
      </p:sp>
      <p:sp>
        <p:nvSpPr>
          <p:cNvPr id="11" name="Bottom bar">
            <a:extLst>
              <a:ext uri="{FF2B5EF4-FFF2-40B4-BE49-F238E27FC236}">
                <a16:creationId xmlns:a16="http://schemas.microsoft.com/office/drawing/2014/main" id="{FFFFD011-0D94-46EE-B45C-787FE82C3B5E}"/>
              </a:ext>
            </a:extLst>
          </p:cNvPr>
          <p:cNvSpPr/>
          <p:nvPr userDrawn="1"/>
        </p:nvSpPr>
        <p:spPr bwMode="auto">
          <a:xfrm>
            <a:off x="0" y="6541200"/>
            <a:ext cx="12193200" cy="316800"/>
          </a:xfrm>
          <a:prstGeom prst="rect">
            <a:avLst/>
          </a:prstGeom>
          <a:solidFill>
            <a:srgbClr val="79238E"/>
          </a:solidFill>
          <a:ln w="9525" cap="flat" cmpd="sng" algn="ctr">
            <a:noFill/>
            <a:prstDash val="solid"/>
            <a:miter lim="800000"/>
            <a:headEnd type="none" w="med" len="med"/>
            <a:tailEnd type="none" w="med" len="med"/>
          </a:ln>
          <a:effectLst/>
        </p:spPr>
        <p:txBody>
          <a:bodyPr vert="horz" wrap="square" lIns="90000" tIns="46800" rIns="90000" bIns="4680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1" fontAlgn="base" latinLnBrk="0" hangingPunct="1">
              <a:lnSpc>
                <a:spcPct val="100000"/>
              </a:lnSpc>
              <a:spcBef>
                <a:spcPts val="432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GB" sz="1600" b="0" i="0" u="none" strike="noStrike" cap="none" normalizeH="0" baseline="0" dirty="0" err="1">
              <a:ln>
                <a:noFill/>
              </a:ln>
              <a:solidFill>
                <a:srgbClr val="FFFFFF"/>
              </a:solidFill>
              <a:effectLst/>
              <a:latin typeface="+mn-lt"/>
              <a:ea typeface="ＭＳ Ｐゴシック" pitchFamily="-80" charset="-128"/>
            </a:endParaRPr>
          </a:p>
        </p:txBody>
      </p:sp>
      <p:sp>
        <p:nvSpPr>
          <p:cNvPr id="3" name="FLD_Presentation Title"/>
          <p:cNvSpPr>
            <a:spLocks noGrp="1"/>
          </p:cNvSpPr>
          <p:nvPr>
            <p:ph type="ftr" sz="quarter" idx="3"/>
          </p:nvPr>
        </p:nvSpPr>
        <p:spPr>
          <a:xfrm>
            <a:off x="5590800" y="6541200"/>
            <a:ext cx="5497200" cy="316800"/>
          </a:xfrm>
          <a:prstGeom prst="rect">
            <a:avLst/>
          </a:prstGeom>
        </p:spPr>
        <p:txBody>
          <a:bodyPr vert="horz" lIns="0" tIns="0" rIns="0" bIns="0" rtlCol="0" anchor="ctr" anchorCtr="0"/>
          <a:lstStyle>
            <a:lvl1pPr algn="r">
              <a:spcBef>
                <a:spcPts val="0"/>
              </a:spcBef>
              <a:defRPr sz="700" b="0">
                <a:solidFill>
                  <a:schemeClr val="bg1"/>
                </a:solidFill>
                <a:latin typeface="+mj-lt"/>
              </a:defRPr>
            </a:lvl1pPr>
          </a:lstStyle>
          <a:p>
            <a:r>
              <a:rPr lang="da-DK"/>
              <a:t>Title</a:t>
            </a:r>
            <a:endParaRPr lang="da-DK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4"/>
          </p:nvPr>
        </p:nvSpPr>
        <p:spPr>
          <a:xfrm>
            <a:off x="11506450" y="6541200"/>
            <a:ext cx="432600" cy="316800"/>
          </a:xfrm>
          <a:prstGeom prst="rect">
            <a:avLst/>
          </a:prstGeom>
        </p:spPr>
        <p:txBody>
          <a:bodyPr vert="horz" lIns="0" tIns="0" rIns="0" bIns="0" rtlCol="0" anchor="ctr" anchorCtr="0"/>
          <a:lstStyle>
            <a:lvl1pPr algn="l">
              <a:defRPr sz="700" b="1">
                <a:solidFill>
                  <a:schemeClr val="bg1"/>
                </a:solidFill>
                <a:latin typeface="+mj-lt"/>
              </a:defRPr>
            </a:lvl1pPr>
          </a:lstStyle>
          <a:p>
            <a:fld id="{103EA872-A674-449B-A120-B97244F8E91D}" type="slidenum">
              <a:rPr lang="da-DK" smtClean="0"/>
              <a:pPr/>
              <a:t>‹#›</a:t>
            </a:fld>
            <a:endParaRPr lang="da-DK" dirty="0"/>
          </a:p>
        </p:txBody>
      </p:sp>
      <p:sp>
        <p:nvSpPr>
          <p:cNvPr id="113666" name="Rectangle 2"/>
          <p:cNvSpPr>
            <a:spLocks noGrp="1" noChangeArrowheads="1"/>
          </p:cNvSpPr>
          <p:nvPr>
            <p:ph type="title"/>
          </p:nvPr>
        </p:nvSpPr>
        <p:spPr bwMode="auto">
          <a:xfrm>
            <a:off x="1774726" y="426127"/>
            <a:ext cx="9312374" cy="972716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0" tIns="0" rIns="0" bIns="0" numCol="1" anchor="b" anchorCtr="0" compatLnSpc="1">
            <a:prstTxWarp prst="textNoShape">
              <a:avLst/>
            </a:prstTxWarp>
          </a:bodyPr>
          <a:lstStyle/>
          <a:p>
            <a:pPr lvl="0"/>
            <a:r>
              <a:rPr lang="en-US"/>
              <a:t>Click to edit Master title style</a:t>
            </a:r>
            <a:endParaRPr lang="da-DK" dirty="0"/>
          </a:p>
        </p:txBody>
      </p:sp>
      <p:sp>
        <p:nvSpPr>
          <p:cNvPr id="113667" name="Rectangle 3"/>
          <p:cNvSpPr>
            <a:spLocks noGrp="1" noChangeArrowheads="1"/>
          </p:cNvSpPr>
          <p:nvPr>
            <p:ph type="body" idx="1"/>
          </p:nvPr>
        </p:nvSpPr>
        <p:spPr bwMode="auto">
          <a:xfrm>
            <a:off x="1774726" y="1706328"/>
            <a:ext cx="9312374" cy="454557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0" tIns="0" rIns="0" bIns="0" numCol="1" anchor="t" anchorCtr="0" compatLnSpc="1">
            <a:prstTxWarp prst="textNoShape">
              <a:avLst/>
            </a:prstTxWarp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113676" name="text" descr="{&quot;templafy&quot;:{&quot;type&quot;:&quot;text&quot;,&quot;binding&quot;:&quot;UserProfile.Offices.Workarea_{{DocumentLanguage}}&quot;}}" title="UserProfile.Offices.Workarea_{{DocumentLanguage}}"/>
          <p:cNvSpPr>
            <a:spLocks noChangeArrowheads="1"/>
          </p:cNvSpPr>
          <p:nvPr userDrawn="1"/>
        </p:nvSpPr>
        <p:spPr bwMode="auto">
          <a:xfrm>
            <a:off x="1774726" y="6541200"/>
            <a:ext cx="3397071" cy="316800"/>
          </a:xfrm>
          <a:prstGeom prst="rect">
            <a:avLst/>
          </a:prstGeom>
          <a:noFill/>
          <a:ln>
            <a:noFill/>
          </a:ln>
        </p:spPr>
        <p:txBody>
          <a:bodyPr lIns="0" tIns="0" rIns="0" bIns="0" anchor="ctr" anchorCtr="0"/>
          <a:lstStyle/>
          <a:p>
            <a:pPr algn="l" eaLnBrk="0" hangingPunct="0">
              <a:spcBef>
                <a:spcPct val="0"/>
              </a:spcBef>
            </a:pPr>
            <a:r>
              <a:rPr lang="da-DK" sz="700" b="1" kern="1200" dirty="0">
                <a:solidFill>
                  <a:srgbClr val="FFFFFF"/>
                </a:solidFill>
                <a:effectLst/>
                <a:latin typeface="Arial" panose="020B0604020202020204" pitchFamily="34" charset="0"/>
                <a:ea typeface="ＭＳ Ｐゴシック" panose="020B0600070205080204" pitchFamily="34" charset="-128"/>
                <a:cs typeface="+mn-cs"/>
              </a:rPr>
              <a:t>Technical University of Denmark</a:t>
            </a:r>
            <a:endParaRPr lang="da-DK" sz="700" b="1" dirty="0">
              <a:solidFill>
                <a:schemeClr val="bg1"/>
              </a:solidFill>
              <a:latin typeface="+mj-lt"/>
            </a:endParaRPr>
          </a:p>
        </p:txBody>
      </p:sp>
      <p:sp>
        <p:nvSpPr>
          <p:cNvPr id="5" name="date" descr="{&quot;templafy&quot;:{&quot;type&quot;:&quot;date&quot;,&quot;binding&quot;:&quot;Form.Date&quot;,&quot;format&quot;:&quot;{{DateFormats.GeneralDate}}&quot;}}" title="Form.Date">
            <a:extLst>
              <a:ext uri="{FF2B5EF4-FFF2-40B4-BE49-F238E27FC236}">
                <a16:creationId xmlns:a16="http://schemas.microsoft.com/office/drawing/2014/main" id="{792B975C-625D-4095-8E1D-63F20A11B57C}"/>
              </a:ext>
            </a:extLst>
          </p:cNvPr>
          <p:cNvSpPr/>
          <p:nvPr userDrawn="1"/>
        </p:nvSpPr>
        <p:spPr bwMode="auto">
          <a:xfrm>
            <a:off x="251363" y="6541200"/>
            <a:ext cx="1104013" cy="316800"/>
          </a:xfrm>
          <a:prstGeom prst="rect">
            <a:avLst/>
          </a:prstGeom>
          <a:noFill/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0" tIns="0" rIns="0" bIns="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r" defTabSz="914400" rtl="0" eaLnBrk="1" fontAlgn="base" latinLnBrk="0" hangingPunct="1">
              <a:lnSpc>
                <a:spcPct val="100000"/>
              </a:lnSpc>
              <a:spcBef>
                <a:spcPct val="5000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da-DK" sz="700" b="1" i="0" u="none" strike="noStrike" cap="none" normalizeH="0" baseline="0" dirty="0">
              <a:ln>
                <a:noFill/>
              </a:ln>
              <a:solidFill>
                <a:schemeClr val="bg1"/>
              </a:solidFill>
              <a:effectLst/>
              <a:latin typeface="+mj-lt"/>
              <a:ea typeface="ＭＳ Ｐゴシック" pitchFamily="-80" charset="-128"/>
            </a:endParaRPr>
          </a:p>
        </p:txBody>
      </p:sp>
      <p:sp>
        <p:nvSpPr>
          <p:cNvPr id="2" name="Top bar">
            <a:extLst>
              <a:ext uri="{FF2B5EF4-FFF2-40B4-BE49-F238E27FC236}">
                <a16:creationId xmlns:a16="http://schemas.microsoft.com/office/drawing/2014/main" id="{35912424-89BF-4A93-9096-3282916C71FE}"/>
              </a:ext>
            </a:extLst>
          </p:cNvPr>
          <p:cNvSpPr/>
          <p:nvPr userDrawn="1"/>
        </p:nvSpPr>
        <p:spPr bwMode="auto">
          <a:xfrm>
            <a:off x="0" y="0"/>
            <a:ext cx="12193200" cy="50400"/>
          </a:xfrm>
          <a:prstGeom prst="rect">
            <a:avLst/>
          </a:prstGeom>
          <a:solidFill>
            <a:srgbClr val="79238E"/>
          </a:solidFill>
          <a:ln w="9525" cap="flat" cmpd="sng" algn="ctr">
            <a:noFill/>
            <a:prstDash val="solid"/>
            <a:miter lim="800000"/>
            <a:headEnd type="none" w="med" len="med"/>
            <a:tailEnd type="none" w="med" len="med"/>
          </a:ln>
          <a:effectLst/>
        </p:spPr>
        <p:txBody>
          <a:bodyPr vert="horz" wrap="square" lIns="90000" tIns="46800" rIns="90000" bIns="4680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1" fontAlgn="base" latinLnBrk="0" hangingPunct="1">
              <a:lnSpc>
                <a:spcPct val="100000"/>
              </a:lnSpc>
              <a:spcBef>
                <a:spcPts val="432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GB" sz="1600" b="0" i="0" u="none" strike="noStrike" cap="none" normalizeH="0" baseline="0" dirty="0" err="1">
              <a:ln>
                <a:noFill/>
              </a:ln>
              <a:solidFill>
                <a:srgbClr val="FFFFFF"/>
              </a:solidFill>
              <a:effectLst/>
              <a:latin typeface="+mn-lt"/>
              <a:ea typeface="ＭＳ Ｐゴシック" pitchFamily="-80" charset="-128"/>
            </a:endParaRPr>
          </a:p>
        </p:txBody>
      </p:sp>
      <p:sp>
        <p:nvSpPr>
          <p:cNvPr id="6" name="Date Placeholder 5">
            <a:extLst>
              <a:ext uri="{FF2B5EF4-FFF2-40B4-BE49-F238E27FC236}">
                <a16:creationId xmlns:a16="http://schemas.microsoft.com/office/drawing/2014/main" id="{D1498C49-6F56-292E-8610-924B8747935E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252000" y="6541200"/>
            <a:ext cx="1105200" cy="316800"/>
          </a:xfrm>
          <a:prstGeom prst="rect">
            <a:avLst/>
          </a:prstGeom>
        </p:spPr>
        <p:txBody>
          <a:bodyPr vert="horz" lIns="0" tIns="0" rIns="0" bIns="0" rtlCol="0" anchor="ctr"/>
          <a:lstStyle>
            <a:lvl1pPr algn="r">
              <a:defRPr sz="700" b="1">
                <a:solidFill>
                  <a:schemeClr val="bg1"/>
                </a:solidFill>
                <a:latin typeface="+mj-lt"/>
              </a:defRPr>
            </a:lvl1pPr>
          </a:lstStyle>
          <a:p>
            <a:r>
              <a:rPr lang="da-DK"/>
              <a:t>Date</a:t>
            </a:r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454702602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3" r:id="rId1"/>
    <p:sldLayoutId id="2147483671" r:id="rId2"/>
    <p:sldLayoutId id="2147483664" r:id="rId3"/>
    <p:sldLayoutId id="2147483677" r:id="rId4"/>
    <p:sldLayoutId id="2147483672" r:id="rId5"/>
    <p:sldLayoutId id="2147483673" r:id="rId6"/>
    <p:sldLayoutId id="2147483676" r:id="rId7"/>
    <p:sldLayoutId id="2147483666" r:id="rId8"/>
    <p:sldLayoutId id="2147483667" r:id="rId9"/>
    <p:sldLayoutId id="2147483668" r:id="rId10"/>
    <p:sldLayoutId id="2147483669" r:id="rId11"/>
  </p:sldLayoutIdLst>
  <p:hf hdr="0"/>
  <p:txStyles>
    <p:titleStyle>
      <a:lvl1pPr algn="l" rtl="0" eaLnBrk="1" fontAlgn="base" hangingPunct="1">
        <a:spcBef>
          <a:spcPct val="0"/>
        </a:spcBef>
        <a:spcAft>
          <a:spcPct val="0"/>
        </a:spcAft>
        <a:defRPr sz="3000" b="1">
          <a:solidFill>
            <a:srgbClr val="000000"/>
          </a:solidFill>
          <a:latin typeface="+mj-lt"/>
          <a:ea typeface="+mj-ea"/>
          <a:cs typeface="+mj-cs"/>
        </a:defRPr>
      </a:lvl1pPr>
      <a:lvl2pPr algn="l" rtl="0" eaLnBrk="1" fontAlgn="base" hangingPunct="1">
        <a:spcBef>
          <a:spcPct val="0"/>
        </a:spcBef>
        <a:spcAft>
          <a:spcPct val="0"/>
        </a:spcAft>
        <a:defRPr sz="2400" b="1">
          <a:solidFill>
            <a:schemeClr val="tx1"/>
          </a:solidFill>
          <a:latin typeface="Verdana" pitchFamily="34" charset="0"/>
          <a:ea typeface="ＭＳ Ｐゴシック" pitchFamily="-80" charset="-128"/>
        </a:defRPr>
      </a:lvl2pPr>
      <a:lvl3pPr algn="l" rtl="0" eaLnBrk="1" fontAlgn="base" hangingPunct="1">
        <a:spcBef>
          <a:spcPct val="0"/>
        </a:spcBef>
        <a:spcAft>
          <a:spcPct val="0"/>
        </a:spcAft>
        <a:defRPr sz="2400" b="1">
          <a:solidFill>
            <a:schemeClr val="tx1"/>
          </a:solidFill>
          <a:latin typeface="Verdana" pitchFamily="34" charset="0"/>
          <a:ea typeface="ＭＳ Ｐゴシック" pitchFamily="-80" charset="-128"/>
        </a:defRPr>
      </a:lvl3pPr>
      <a:lvl4pPr algn="l" rtl="0" eaLnBrk="1" fontAlgn="base" hangingPunct="1">
        <a:spcBef>
          <a:spcPct val="0"/>
        </a:spcBef>
        <a:spcAft>
          <a:spcPct val="0"/>
        </a:spcAft>
        <a:defRPr sz="2400" b="1">
          <a:solidFill>
            <a:schemeClr val="tx1"/>
          </a:solidFill>
          <a:latin typeface="Verdana" pitchFamily="34" charset="0"/>
          <a:ea typeface="ＭＳ Ｐゴシック" pitchFamily="-80" charset="-128"/>
        </a:defRPr>
      </a:lvl4pPr>
      <a:lvl5pPr algn="l" rtl="0" eaLnBrk="1" fontAlgn="base" hangingPunct="1">
        <a:spcBef>
          <a:spcPct val="0"/>
        </a:spcBef>
        <a:spcAft>
          <a:spcPct val="0"/>
        </a:spcAft>
        <a:defRPr sz="2400" b="1">
          <a:solidFill>
            <a:schemeClr val="tx1"/>
          </a:solidFill>
          <a:latin typeface="Verdana" pitchFamily="34" charset="0"/>
          <a:ea typeface="ＭＳ Ｐゴシック" pitchFamily="-80" charset="-128"/>
        </a:defRPr>
      </a:lvl5pPr>
      <a:lvl6pPr marL="457200" algn="l" rtl="0" eaLnBrk="1" fontAlgn="base" hangingPunct="1">
        <a:spcBef>
          <a:spcPct val="0"/>
        </a:spcBef>
        <a:spcAft>
          <a:spcPct val="0"/>
        </a:spcAft>
        <a:defRPr sz="2400" b="1">
          <a:solidFill>
            <a:schemeClr val="tx1"/>
          </a:solidFill>
          <a:latin typeface="Verdana" pitchFamily="34" charset="0"/>
          <a:ea typeface="ＭＳ Ｐゴシック" pitchFamily="-80" charset="-128"/>
        </a:defRPr>
      </a:lvl6pPr>
      <a:lvl7pPr marL="914400" algn="l" rtl="0" eaLnBrk="1" fontAlgn="base" hangingPunct="1">
        <a:spcBef>
          <a:spcPct val="0"/>
        </a:spcBef>
        <a:spcAft>
          <a:spcPct val="0"/>
        </a:spcAft>
        <a:defRPr sz="2400" b="1">
          <a:solidFill>
            <a:schemeClr val="tx1"/>
          </a:solidFill>
          <a:latin typeface="Verdana" pitchFamily="34" charset="0"/>
          <a:ea typeface="ＭＳ Ｐゴシック" pitchFamily="-80" charset="-128"/>
        </a:defRPr>
      </a:lvl7pPr>
      <a:lvl8pPr marL="1371600" algn="l" rtl="0" eaLnBrk="1" fontAlgn="base" hangingPunct="1">
        <a:spcBef>
          <a:spcPct val="0"/>
        </a:spcBef>
        <a:spcAft>
          <a:spcPct val="0"/>
        </a:spcAft>
        <a:defRPr sz="2400" b="1">
          <a:solidFill>
            <a:schemeClr val="tx1"/>
          </a:solidFill>
          <a:latin typeface="Verdana" pitchFamily="34" charset="0"/>
          <a:ea typeface="ＭＳ Ｐゴシック" pitchFamily="-80" charset="-128"/>
        </a:defRPr>
      </a:lvl8pPr>
      <a:lvl9pPr marL="1828800" algn="l" rtl="0" eaLnBrk="1" fontAlgn="base" hangingPunct="1">
        <a:spcBef>
          <a:spcPct val="0"/>
        </a:spcBef>
        <a:spcAft>
          <a:spcPct val="0"/>
        </a:spcAft>
        <a:defRPr sz="2400" b="1">
          <a:solidFill>
            <a:schemeClr val="tx1"/>
          </a:solidFill>
          <a:latin typeface="Verdana" pitchFamily="34" charset="0"/>
          <a:ea typeface="ＭＳ Ｐゴシック" pitchFamily="-80" charset="-128"/>
        </a:defRPr>
      </a:lvl9pPr>
    </p:titleStyle>
    <p:bodyStyle>
      <a:lvl1pPr marL="198000" indent="-198000" algn="l" rtl="0" eaLnBrk="1" fontAlgn="base" hangingPunct="1">
        <a:spcBef>
          <a:spcPct val="20000"/>
        </a:spcBef>
        <a:spcAft>
          <a:spcPct val="0"/>
        </a:spcAft>
        <a:buChar char="•"/>
        <a:defRPr sz="1800">
          <a:solidFill>
            <a:schemeClr val="tx1"/>
          </a:solidFill>
          <a:latin typeface="+mn-lt"/>
          <a:ea typeface="+mn-ea"/>
          <a:cs typeface="+mn-cs"/>
        </a:defRPr>
      </a:lvl1pPr>
      <a:lvl2pPr marL="414000" indent="-198000" algn="l" rtl="0" eaLnBrk="1" fontAlgn="base" hangingPunct="1">
        <a:spcBef>
          <a:spcPct val="20000"/>
        </a:spcBef>
        <a:spcAft>
          <a:spcPct val="0"/>
        </a:spcAft>
        <a:buChar char="–"/>
        <a:defRPr sz="1800">
          <a:solidFill>
            <a:schemeClr val="tx1"/>
          </a:solidFill>
          <a:latin typeface="+mn-lt"/>
          <a:ea typeface="+mn-ea"/>
        </a:defRPr>
      </a:lvl2pPr>
      <a:lvl3pPr marL="615600" indent="-198000" algn="l" rtl="0" eaLnBrk="1" fontAlgn="base" hangingPunct="1">
        <a:spcBef>
          <a:spcPct val="20000"/>
        </a:spcBef>
        <a:spcAft>
          <a:spcPct val="0"/>
        </a:spcAft>
        <a:buChar char="•"/>
        <a:defRPr sz="1800">
          <a:solidFill>
            <a:schemeClr val="tx1"/>
          </a:solidFill>
          <a:latin typeface="+mn-lt"/>
          <a:ea typeface="+mn-ea"/>
        </a:defRPr>
      </a:lvl3pPr>
      <a:lvl4pPr marL="828000" indent="-198000" algn="l" rtl="0" eaLnBrk="1" fontAlgn="base" hangingPunct="1">
        <a:spcBef>
          <a:spcPct val="20000"/>
        </a:spcBef>
        <a:spcAft>
          <a:spcPct val="0"/>
        </a:spcAft>
        <a:buChar char="–"/>
        <a:defRPr sz="1800">
          <a:solidFill>
            <a:schemeClr val="tx1"/>
          </a:solidFill>
          <a:latin typeface="+mn-lt"/>
          <a:ea typeface="+mn-ea"/>
        </a:defRPr>
      </a:lvl4pPr>
      <a:lvl5pPr marL="1026000" indent="-198000" algn="l" rtl="0" eaLnBrk="1" fontAlgn="base" hangingPunct="1">
        <a:spcBef>
          <a:spcPct val="20000"/>
        </a:spcBef>
        <a:spcAft>
          <a:spcPct val="0"/>
        </a:spcAft>
        <a:buChar char="»"/>
        <a:defRPr sz="1800">
          <a:solidFill>
            <a:schemeClr val="tx1"/>
          </a:solidFill>
          <a:latin typeface="+mn-lt"/>
          <a:ea typeface="+mn-ea"/>
        </a:defRPr>
      </a:lvl5pPr>
      <a:lvl6pPr marL="1026000" indent="-198000" algn="l" rtl="0" eaLnBrk="1" fontAlgn="base" hangingPunct="1">
        <a:spcBef>
          <a:spcPct val="20000"/>
        </a:spcBef>
        <a:spcAft>
          <a:spcPct val="0"/>
        </a:spcAft>
        <a:buChar char="»"/>
        <a:defRPr sz="1800">
          <a:solidFill>
            <a:schemeClr val="tx1"/>
          </a:solidFill>
          <a:latin typeface="+mn-lt"/>
          <a:ea typeface="+mn-ea"/>
        </a:defRPr>
      </a:lvl6pPr>
      <a:lvl7pPr marL="1026000" indent="-198000" algn="l" rtl="0" eaLnBrk="1" fontAlgn="base" hangingPunct="1">
        <a:spcBef>
          <a:spcPct val="20000"/>
        </a:spcBef>
        <a:spcAft>
          <a:spcPct val="0"/>
        </a:spcAft>
        <a:buChar char="»"/>
        <a:defRPr sz="1800">
          <a:solidFill>
            <a:schemeClr val="tx1"/>
          </a:solidFill>
          <a:latin typeface="+mn-lt"/>
          <a:ea typeface="+mn-ea"/>
        </a:defRPr>
      </a:lvl7pPr>
      <a:lvl8pPr marL="1026000" indent="-198000" algn="l" rtl="0" eaLnBrk="1" fontAlgn="base" hangingPunct="1">
        <a:spcBef>
          <a:spcPct val="20000"/>
        </a:spcBef>
        <a:spcAft>
          <a:spcPct val="0"/>
        </a:spcAft>
        <a:buChar char="»"/>
        <a:defRPr sz="1800">
          <a:solidFill>
            <a:schemeClr val="tx1"/>
          </a:solidFill>
          <a:latin typeface="+mn-lt"/>
          <a:ea typeface="+mn-ea"/>
        </a:defRPr>
      </a:lvl8pPr>
      <a:lvl9pPr marL="1026000" indent="-198000" algn="l" rtl="0" eaLnBrk="1" fontAlgn="base" hangingPunct="1">
        <a:spcBef>
          <a:spcPct val="20000"/>
        </a:spcBef>
        <a:spcAft>
          <a:spcPct val="0"/>
        </a:spcAft>
        <a:buChar char="»"/>
        <a:defRPr sz="1800">
          <a:solidFill>
            <a:schemeClr val="tx1"/>
          </a:solidFill>
          <a:latin typeface="+mn-lt"/>
          <a:ea typeface="+mn-ea"/>
        </a:defRPr>
      </a:lvl9pPr>
    </p:bodyStyle>
    <p:otherStyle>
      <a:defPPr>
        <a:defRPr lang="da-DK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3" orient="horz" pos="268" userDrawn="1">
          <p15:clr>
            <a:srgbClr val="F26B43"/>
          </p15:clr>
        </p15:guide>
        <p15:guide id="4" orient="horz" pos="881" userDrawn="1">
          <p15:clr>
            <a:srgbClr val="F26B43"/>
          </p15:clr>
        </p15:guide>
        <p15:guide id="5" orient="horz" pos="1074" userDrawn="1">
          <p15:clr>
            <a:srgbClr val="F26B43"/>
          </p15:clr>
        </p15:guide>
        <p15:guide id="6" orient="horz" pos="3938" userDrawn="1">
          <p15:clr>
            <a:srgbClr val="F26B43"/>
          </p15:clr>
        </p15:guide>
      </p15:sldGuideLst>
    </p:ext>
  </p:extLst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10.xml"/><Relationship Id="rId2" Type="http://schemas.openxmlformats.org/officeDocument/2006/relationships/customXml" Target="../../customXml/item8.xml"/><Relationship Id="rId1" Type="http://schemas.openxmlformats.org/officeDocument/2006/relationships/customXml" Target="../../customXml/item6.xml"/><Relationship Id="rId4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1.xml"/><Relationship Id="rId2" Type="http://schemas.openxmlformats.org/officeDocument/2006/relationships/customXml" Target="../../customXml/item1.xml"/><Relationship Id="rId1" Type="http://schemas.openxmlformats.org/officeDocument/2006/relationships/customXml" Target="../../customXml/item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2" Type="http://schemas.openxmlformats.org/officeDocument/2006/relationships/customXml" Target="../../customXml/item3.xml"/><Relationship Id="rId1" Type="http://schemas.openxmlformats.org/officeDocument/2006/relationships/customXml" Target="../../customXml/item10.xml"/><Relationship Id="rId4" Type="http://schemas.openxmlformats.org/officeDocument/2006/relationships/image" Target="../media/image1.gif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4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4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4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4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5.xml"/><Relationship Id="rId4" Type="http://schemas.openxmlformats.org/officeDocument/2006/relationships/image" Target="../media/image10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oter Placeholder 1">
            <a:extLst>
              <a:ext uri="{FF2B5EF4-FFF2-40B4-BE49-F238E27FC236}">
                <a16:creationId xmlns:a16="http://schemas.microsoft.com/office/drawing/2014/main" id="{020772F9-F0FC-4258-943A-483E60A348E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GB"/>
              <a:t>Title</a:t>
            </a:r>
            <a:endParaRPr lang="en-GB" dirty="0"/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0013EF6E-BC23-40A0-80D4-1EBE64DCC5D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3EA872-A674-449B-A120-B97244F8E91D}" type="slidenum">
              <a:rPr lang="en-GB" smtClean="0"/>
              <a:pPr/>
              <a:t>1</a:t>
            </a:fld>
            <a:endParaRPr lang="en-GB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D74D0D3-633D-52CF-E20B-AF56FD8890F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da-DK"/>
              <a:t>Date</a:t>
            </a:r>
            <a:endParaRPr lang="en-GB" dirty="0"/>
          </a:p>
        </p:txBody>
      </p:sp>
    </p:spTree>
    <p:custDataLst>
      <p:custData r:id="rId1"/>
      <p:custData r:id="rId2"/>
    </p:custData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674358EA-4D5B-461F-997D-DE6729900DE7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dirty="0"/>
              <a:t>Scaling methods for QTM</a:t>
            </a:r>
            <a:endParaRPr lang="en-GB" dirty="0"/>
          </a:p>
        </p:txBody>
      </p:sp>
      <p:sp>
        <p:nvSpPr>
          <p:cNvPr id="5" name="Subtitle 4">
            <a:extLst>
              <a:ext uri="{FF2B5EF4-FFF2-40B4-BE49-F238E27FC236}">
                <a16:creationId xmlns:a16="http://schemas.microsoft.com/office/drawing/2014/main" id="{88CE6942-A17C-4247-86C6-41FACF7E90AC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2" name="Footer Placeholder 1">
            <a:extLst>
              <a:ext uri="{FF2B5EF4-FFF2-40B4-BE49-F238E27FC236}">
                <a16:creationId xmlns:a16="http://schemas.microsoft.com/office/drawing/2014/main" id="{A45995EB-10E4-4119-B468-5CD7D10A0933}"/>
              </a:ext>
            </a:extLst>
          </p:cNvPr>
          <p:cNvSpPr>
            <a:spLocks noGrp="1"/>
          </p:cNvSpPr>
          <p:nvPr>
            <p:ph type="ftr" sz="quarter" idx="16"/>
          </p:nvPr>
        </p:nvSpPr>
        <p:spPr/>
        <p:txBody>
          <a:bodyPr/>
          <a:lstStyle/>
          <a:p>
            <a:r>
              <a:rPr lang="en-GB"/>
              <a:t>Title</a:t>
            </a:r>
            <a:endParaRPr lang="en-GB" dirty="0"/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0AA221E4-1851-497D-90EE-984C7112166A}"/>
              </a:ext>
            </a:extLst>
          </p:cNvPr>
          <p:cNvSpPr>
            <a:spLocks noGrp="1"/>
          </p:cNvSpPr>
          <p:nvPr>
            <p:ph type="sldNum" sz="quarter" idx="17"/>
          </p:nvPr>
        </p:nvSpPr>
        <p:spPr/>
        <p:txBody>
          <a:bodyPr/>
          <a:lstStyle/>
          <a:p>
            <a:fld id="{24C8C45C-947F-4981-8B3F-4F32E973C901}" type="slidenum">
              <a:rPr lang="en-GB" smtClean="0"/>
              <a:pPr/>
              <a:t>2</a:t>
            </a:fld>
            <a:endParaRPr lang="en-GB" dirty="0"/>
          </a:p>
        </p:txBody>
      </p:sp>
      <p:sp>
        <p:nvSpPr>
          <p:cNvPr id="6" name="Date Placeholder 5">
            <a:extLst>
              <a:ext uri="{FF2B5EF4-FFF2-40B4-BE49-F238E27FC236}">
                <a16:creationId xmlns:a16="http://schemas.microsoft.com/office/drawing/2014/main" id="{6BD79507-030C-48B9-4B06-13AEB08862A3}"/>
              </a:ext>
            </a:extLst>
          </p:cNvPr>
          <p:cNvSpPr>
            <a:spLocks noGrp="1"/>
          </p:cNvSpPr>
          <p:nvPr>
            <p:ph type="dt" sz="half" idx="18"/>
          </p:nvPr>
        </p:nvSpPr>
        <p:spPr/>
        <p:txBody>
          <a:bodyPr/>
          <a:lstStyle/>
          <a:p>
            <a:r>
              <a:rPr lang="da-DK"/>
              <a:t>Date</a:t>
            </a:r>
            <a:endParaRPr lang="en-GB"/>
          </a:p>
        </p:txBody>
      </p:sp>
    </p:spTree>
    <p:custDataLst>
      <p:custData r:id="rId1"/>
      <p:custData r:id="rId2"/>
    </p:custDataLst>
    <p:extLst>
      <p:ext uri="{BB962C8B-B14F-4D97-AF65-F5344CB8AC3E}">
        <p14:creationId xmlns:p14="http://schemas.microsoft.com/office/powerpoint/2010/main" val="2320714135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" name="Title 19">
            <a:extLst>
              <a:ext uri="{FF2B5EF4-FFF2-40B4-BE49-F238E27FC236}">
                <a16:creationId xmlns:a16="http://schemas.microsoft.com/office/drawing/2014/main" id="{2AA1A2F8-5ACA-4C54-BB52-D443EC003A5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a-DK" dirty="0"/>
              <a:t>General </a:t>
            </a:r>
            <a:r>
              <a:rPr lang="da-DK" dirty="0" err="1"/>
              <a:t>idea</a:t>
            </a:r>
            <a:endParaRPr lang="uk-UA" dirty="0"/>
          </a:p>
        </p:txBody>
      </p:sp>
      <p:sp>
        <p:nvSpPr>
          <p:cNvPr id="10" name="FLD_Presentation Title"/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r>
              <a:rPr lang="en-GB"/>
              <a:t>Title</a:t>
            </a:r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103EA872-A674-449B-A120-B97244F8E91D}" type="slidenum">
              <a:rPr lang="en-GB" smtClean="0"/>
              <a:pPr/>
              <a:t>3</a:t>
            </a:fld>
            <a:endParaRPr lang="en-GB" dirty="0"/>
          </a:p>
        </p:txBody>
      </p:sp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B7053EF8-C81F-6E60-C765-68EF71FC8901}"/>
              </a:ext>
            </a:extLst>
          </p:cNvPr>
          <p:cNvSpPr>
            <a:spLocks noGrp="1"/>
          </p:cNvSpPr>
          <p:nvPr>
            <p:ph type="dt" sz="half" idx="12"/>
          </p:nvPr>
        </p:nvSpPr>
        <p:spPr/>
        <p:txBody>
          <a:bodyPr/>
          <a:lstStyle/>
          <a:p>
            <a:r>
              <a:rPr lang="da-DK"/>
              <a:t>Date</a:t>
            </a:r>
            <a:endParaRPr lang="en-GB"/>
          </a:p>
        </p:txBody>
      </p:sp>
      <p:pic>
        <p:nvPicPr>
          <p:cNvPr id="8" name="Content Placeholder 7">
            <a:extLst>
              <a:ext uri="{FF2B5EF4-FFF2-40B4-BE49-F238E27FC236}">
                <a16:creationId xmlns:a16="http://schemas.microsoft.com/office/drawing/2014/main" id="{0112E82F-D60E-3ADF-2BEB-6380398087A2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885950" y="1706563"/>
            <a:ext cx="9090024" cy="4545012"/>
          </a:xfrm>
        </p:spPr>
      </p:pic>
      <p:cxnSp>
        <p:nvCxnSpPr>
          <p:cNvPr id="11" name="Straight Arrow Connector 10">
            <a:extLst>
              <a:ext uri="{FF2B5EF4-FFF2-40B4-BE49-F238E27FC236}">
                <a16:creationId xmlns:a16="http://schemas.microsoft.com/office/drawing/2014/main" id="{3EA24B26-AB90-24AD-C1FE-EE04640A79BE}"/>
              </a:ext>
            </a:extLst>
          </p:cNvPr>
          <p:cNvCxnSpPr/>
          <p:nvPr/>
        </p:nvCxnSpPr>
        <p:spPr bwMode="auto">
          <a:xfrm flipH="1" flipV="1">
            <a:off x="9440367" y="3979069"/>
            <a:ext cx="39215" cy="602059"/>
          </a:xfrm>
          <a:prstGeom prst="straightConnector1">
            <a:avLst/>
          </a:prstGeom>
          <a:ln w="28575">
            <a:headEnd type="arrow" w="med" len="med"/>
            <a:tailEnd type="arrow" w="med" len="med"/>
          </a:ln>
        </p:spPr>
        <p:style>
          <a:lnRef idx="1">
            <a:schemeClr val="accent6"/>
          </a:lnRef>
          <a:fillRef idx="0">
            <a:schemeClr val="accent6"/>
          </a:fillRef>
          <a:effectRef idx="0">
            <a:schemeClr val="accent6"/>
          </a:effectRef>
          <a:fontRef idx="minor">
            <a:schemeClr val="tx1"/>
          </a:fontRef>
        </p:style>
      </p:cxnSp>
      <p:cxnSp>
        <p:nvCxnSpPr>
          <p:cNvPr id="15" name="Straight Arrow Connector 14">
            <a:extLst>
              <a:ext uri="{FF2B5EF4-FFF2-40B4-BE49-F238E27FC236}">
                <a16:creationId xmlns:a16="http://schemas.microsoft.com/office/drawing/2014/main" id="{C1D85625-E956-74F7-15CE-32E17471CE6F}"/>
              </a:ext>
            </a:extLst>
          </p:cNvPr>
          <p:cNvCxnSpPr>
            <a:cxnSpLocks/>
          </p:cNvCxnSpPr>
          <p:nvPr/>
        </p:nvCxnSpPr>
        <p:spPr bwMode="auto">
          <a:xfrm flipV="1">
            <a:off x="6311230" y="3116529"/>
            <a:ext cx="0" cy="1741190"/>
          </a:xfrm>
          <a:prstGeom prst="straightConnector1">
            <a:avLst/>
          </a:prstGeom>
          <a:ln w="28575">
            <a:headEnd type="arrow" w="med" len="med"/>
            <a:tailEnd type="arrow" w="med" len="med"/>
          </a:ln>
        </p:spPr>
        <p:style>
          <a:lnRef idx="1">
            <a:schemeClr val="accent6"/>
          </a:lnRef>
          <a:fillRef idx="0">
            <a:schemeClr val="accent6"/>
          </a:fillRef>
          <a:effectRef idx="0">
            <a:schemeClr val="accent6"/>
          </a:effectRef>
          <a:fontRef idx="minor">
            <a:schemeClr val="tx1"/>
          </a:fontRef>
        </p:style>
      </p:cxnSp>
      <p:sp>
        <p:nvSpPr>
          <p:cNvPr id="18" name="TextBox 17">
            <a:extLst>
              <a:ext uri="{FF2B5EF4-FFF2-40B4-BE49-F238E27FC236}">
                <a16:creationId xmlns:a16="http://schemas.microsoft.com/office/drawing/2014/main" id="{B73E9B68-BF19-15A8-6412-DE6739A74E95}"/>
              </a:ext>
            </a:extLst>
          </p:cNvPr>
          <p:cNvSpPr txBox="1"/>
          <p:nvPr/>
        </p:nvSpPr>
        <p:spPr>
          <a:xfrm>
            <a:off x="9479582" y="4149079"/>
            <a:ext cx="360040" cy="246221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</p:spPr>
        <p:txBody>
          <a:bodyPr wrap="square" lIns="0" tIns="0" rIns="0" bIns="0" rtlCol="0" anchor="ctr">
            <a:spAutoFit/>
          </a:bodyPr>
          <a:lstStyle/>
          <a:p>
            <a:pPr algn="ctr">
              <a:spcBef>
                <a:spcPts val="432"/>
              </a:spcBef>
            </a:pPr>
            <a:r>
              <a:rPr lang="en-US" dirty="0">
                <a:latin typeface="+mn-lt"/>
              </a:rPr>
              <a:t>w?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A478F5BB-7267-FE0D-8F23-0C9039FD6DD9}"/>
              </a:ext>
            </a:extLst>
          </p:cNvPr>
          <p:cNvSpPr txBox="1"/>
          <p:nvPr/>
        </p:nvSpPr>
        <p:spPr>
          <a:xfrm>
            <a:off x="6357628" y="3429000"/>
            <a:ext cx="360040" cy="246221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</p:spPr>
        <p:txBody>
          <a:bodyPr wrap="square" lIns="0" tIns="0" rIns="0" bIns="0" rtlCol="0" anchor="ctr">
            <a:spAutoFit/>
          </a:bodyPr>
          <a:lstStyle/>
          <a:p>
            <a:pPr algn="ctr">
              <a:spcBef>
                <a:spcPts val="432"/>
              </a:spcBef>
            </a:pPr>
            <a:r>
              <a:rPr lang="en-US" dirty="0">
                <a:latin typeface="+mn-lt"/>
              </a:rPr>
              <a:t>w?</a:t>
            </a:r>
          </a:p>
        </p:txBody>
      </p:sp>
    </p:spTree>
    <p:custDataLst>
      <p:custData r:id="rId1"/>
      <p:custData r:id="rId2"/>
    </p:custDataLst>
    <p:extLst>
      <p:ext uri="{BB962C8B-B14F-4D97-AF65-F5344CB8AC3E}">
        <p14:creationId xmlns:p14="http://schemas.microsoft.com/office/powerpoint/2010/main" val="1796381250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C58A0FA-DC5B-517F-78E1-9F28239BFD2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Investigate self-energies, z-NGR – onsite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9E78B962-DA23-BA80-8CB1-E7EF7ECFCF28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r>
              <a:rPr lang="en-GB"/>
              <a:t>Title</a:t>
            </a:r>
            <a:endParaRPr lang="en-GB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5C473252-3235-09C7-15D5-2937E84EEC36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103EA872-A674-449B-A120-B97244F8E91D}" type="slidenum">
              <a:rPr lang="en-GB" smtClean="0"/>
              <a:pPr/>
              <a:t>4</a:t>
            </a:fld>
            <a:endParaRPr lang="en-GB" dirty="0"/>
          </a:p>
        </p:txBody>
      </p:sp>
      <p:sp>
        <p:nvSpPr>
          <p:cNvPr id="6" name="Date Placeholder 5">
            <a:extLst>
              <a:ext uri="{FF2B5EF4-FFF2-40B4-BE49-F238E27FC236}">
                <a16:creationId xmlns:a16="http://schemas.microsoft.com/office/drawing/2014/main" id="{E76EFF73-CAE3-2418-D2D6-DBF088ACC64F}"/>
              </a:ext>
            </a:extLst>
          </p:cNvPr>
          <p:cNvSpPr>
            <a:spLocks noGrp="1"/>
          </p:cNvSpPr>
          <p:nvPr>
            <p:ph type="dt" sz="half" idx="12"/>
          </p:nvPr>
        </p:nvSpPr>
        <p:spPr/>
        <p:txBody>
          <a:bodyPr/>
          <a:lstStyle/>
          <a:p>
            <a:r>
              <a:rPr lang="da-DK"/>
              <a:t>Date</a:t>
            </a:r>
            <a:endParaRPr lang="en-GB"/>
          </a:p>
        </p:txBody>
      </p:sp>
      <p:pic>
        <p:nvPicPr>
          <p:cNvPr id="9" name="Picture 2" descr="0">
            <a:extLst>
              <a:ext uri="{FF2B5EF4-FFF2-40B4-BE49-F238E27FC236}">
                <a16:creationId xmlns:a16="http://schemas.microsoft.com/office/drawing/2014/main" id="{7EDF7058-F745-9621-B365-656E75386FE2}"/>
              </a:ext>
            </a:extLst>
          </p:cNvPr>
          <p:cNvPicPr>
            <a:picLocks noGrp="1" noChangeAspect="1" noChangeArrowheads="1"/>
          </p:cNvPicPr>
          <p:nvPr>
            <p:ph sz="half" idx="1"/>
          </p:nvPr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24400" y="3284984"/>
            <a:ext cx="5864369" cy="249838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" name="Picture 4" descr="0">
            <a:extLst>
              <a:ext uri="{FF2B5EF4-FFF2-40B4-BE49-F238E27FC236}">
                <a16:creationId xmlns:a16="http://schemas.microsoft.com/office/drawing/2014/main" id="{1C66D9A4-49D0-3836-21ED-E00BF3AAB7F6}"/>
              </a:ext>
            </a:extLst>
          </p:cNvPr>
          <p:cNvPicPr>
            <a:picLocks noGrp="1" noChangeAspect="1" noChangeArrowheads="1"/>
          </p:cNvPicPr>
          <p:nvPr>
            <p:ph sz="half" idx="2"/>
          </p:nvPr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207472" y="3284984"/>
            <a:ext cx="5969947" cy="249838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2" name="TextBox 11">
            <a:extLst>
              <a:ext uri="{FF2B5EF4-FFF2-40B4-BE49-F238E27FC236}">
                <a16:creationId xmlns:a16="http://schemas.microsoft.com/office/drawing/2014/main" id="{39AE0D87-8720-2CCE-82DF-8A3044183BFF}"/>
              </a:ext>
            </a:extLst>
          </p:cNvPr>
          <p:cNvSpPr txBox="1"/>
          <p:nvPr/>
        </p:nvSpPr>
        <p:spPr>
          <a:xfrm flipH="1">
            <a:off x="1558767" y="2420888"/>
            <a:ext cx="1008047" cy="246221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l">
              <a:spcBef>
                <a:spcPts val="432"/>
              </a:spcBef>
            </a:pPr>
            <a:r>
              <a:rPr lang="en-US" dirty="0">
                <a:latin typeface="+mn-lt"/>
              </a:rPr>
              <a:t>N=9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1A60D8DB-E78D-8A4B-6107-3CB0F4170FCA}"/>
              </a:ext>
            </a:extLst>
          </p:cNvPr>
          <p:cNvSpPr txBox="1"/>
          <p:nvPr/>
        </p:nvSpPr>
        <p:spPr>
          <a:xfrm flipH="1">
            <a:off x="7835376" y="2420887"/>
            <a:ext cx="1008047" cy="246221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l">
              <a:spcBef>
                <a:spcPts val="432"/>
              </a:spcBef>
            </a:pPr>
            <a:r>
              <a:rPr lang="en-US" dirty="0">
                <a:latin typeface="+mn-lt"/>
              </a:rPr>
              <a:t>N=21</a:t>
            </a:r>
          </a:p>
        </p:txBody>
      </p:sp>
    </p:spTree>
    <p:extLst>
      <p:ext uri="{BB962C8B-B14F-4D97-AF65-F5344CB8AC3E}">
        <p14:creationId xmlns:p14="http://schemas.microsoft.com/office/powerpoint/2010/main" val="1688201927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4CEBD48-5F5D-AF9F-BFBF-E4B7134A374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9C7BFD2-F29F-0F23-2C2D-56A69A6BFE81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r>
              <a:rPr lang="en-GB"/>
              <a:t>Title</a:t>
            </a:r>
            <a:endParaRPr lang="en-GB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FC881EA-6A9E-7C8F-5EA0-90283A919282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103EA872-A674-449B-A120-B97244F8E91D}" type="slidenum">
              <a:rPr lang="en-GB" smtClean="0"/>
              <a:pPr/>
              <a:t>5</a:t>
            </a:fld>
            <a:endParaRPr lang="en-GB" dirty="0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5DB0C040-3215-9785-BE17-31095B5491EF}"/>
              </a:ext>
            </a:extLst>
          </p:cNvPr>
          <p:cNvSpPr>
            <a:spLocks noGrp="1"/>
          </p:cNvSpPr>
          <p:nvPr>
            <p:ph type="dt" sz="half" idx="12"/>
          </p:nvPr>
        </p:nvSpPr>
        <p:spPr/>
        <p:txBody>
          <a:bodyPr/>
          <a:lstStyle/>
          <a:p>
            <a:r>
              <a:rPr lang="da-DK"/>
              <a:t>Date</a:t>
            </a:r>
            <a:endParaRPr lang="en-GB"/>
          </a:p>
        </p:txBody>
      </p:sp>
      <p:pic>
        <p:nvPicPr>
          <p:cNvPr id="13" name="Picture 12">
            <a:extLst>
              <a:ext uri="{FF2B5EF4-FFF2-40B4-BE49-F238E27FC236}">
                <a16:creationId xmlns:a16="http://schemas.microsoft.com/office/drawing/2014/main" id="{FB00EDB6-4D44-F818-94D9-C0DF4A37BAC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212616" y="1008079"/>
            <a:ext cx="6874484" cy="553312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184799338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CA7F38F-A083-9A70-30CF-B09654F4ED1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355898" y="1628800"/>
            <a:ext cx="4559846" cy="972716"/>
          </a:xfrm>
        </p:spPr>
        <p:txBody>
          <a:bodyPr/>
          <a:lstStyle/>
          <a:p>
            <a:r>
              <a:rPr lang="en-US" dirty="0"/>
              <a:t>Armchair, </a:t>
            </a:r>
            <a:r>
              <a:rPr lang="en-US" i="1" dirty="0"/>
              <a:t>N</a:t>
            </a:r>
            <a:r>
              <a:rPr lang="en-US" dirty="0"/>
              <a:t>=12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BB725C6-82F3-693F-3387-34307E6E0869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r>
              <a:rPr lang="en-GB"/>
              <a:t>Title</a:t>
            </a:r>
            <a:endParaRPr lang="en-GB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295F16E-B6FB-D34E-871C-95E4DE2661C8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103EA872-A674-449B-A120-B97244F8E91D}" type="slidenum">
              <a:rPr lang="en-GB" smtClean="0"/>
              <a:pPr/>
              <a:t>6</a:t>
            </a:fld>
            <a:endParaRPr lang="en-GB" dirty="0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240E0E82-D593-5129-A5D4-2A9EF26E39E3}"/>
              </a:ext>
            </a:extLst>
          </p:cNvPr>
          <p:cNvSpPr>
            <a:spLocks noGrp="1"/>
          </p:cNvSpPr>
          <p:nvPr>
            <p:ph type="dt" sz="half" idx="12"/>
          </p:nvPr>
        </p:nvSpPr>
        <p:spPr/>
        <p:txBody>
          <a:bodyPr/>
          <a:lstStyle/>
          <a:p>
            <a:r>
              <a:rPr lang="da-DK"/>
              <a:t>Date</a:t>
            </a:r>
            <a:endParaRPr lang="en-GB"/>
          </a:p>
        </p:txBody>
      </p:sp>
      <p:pic>
        <p:nvPicPr>
          <p:cNvPr id="8" name="Content Placeholder 7">
            <a:extLst>
              <a:ext uri="{FF2B5EF4-FFF2-40B4-BE49-F238E27FC236}">
                <a16:creationId xmlns:a16="http://schemas.microsoft.com/office/drawing/2014/main" id="{65113F71-1D7F-464E-1F06-60123755E4E3}"/>
              </a:ext>
            </a:extLst>
          </p:cNvPr>
          <p:cNvPicPr>
            <a:picLocks noGrp="1" noChangeAspect="1"/>
          </p:cNvPicPr>
          <p:nvPr>
            <p:ph sz="half" idx="1"/>
          </p:nvPr>
        </p:nvPicPr>
        <p:blipFill>
          <a:blip r:embed="rId2"/>
          <a:stretch>
            <a:fillRect/>
          </a:stretch>
        </p:blipFill>
        <p:spPr>
          <a:xfrm>
            <a:off x="0" y="912485"/>
            <a:ext cx="7107214" cy="2516515"/>
          </a:xfrm>
          <a:prstGeom prst="rect">
            <a:avLst/>
          </a:prstGeom>
        </p:spPr>
      </p:pic>
      <p:pic>
        <p:nvPicPr>
          <p:cNvPr id="9" name="Content Placeholder 9">
            <a:extLst>
              <a:ext uri="{FF2B5EF4-FFF2-40B4-BE49-F238E27FC236}">
                <a16:creationId xmlns:a16="http://schemas.microsoft.com/office/drawing/2014/main" id="{8079E864-3725-1751-C318-FA90030BFED5}"/>
              </a:ext>
            </a:extLst>
          </p:cNvPr>
          <p:cNvPicPr>
            <a:picLocks noGrp="1" noChangeAspect="1"/>
          </p:cNvPicPr>
          <p:nvPr>
            <p:ph sz="half" idx="2"/>
          </p:nvPr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4343669" y="3802430"/>
            <a:ext cx="7846744" cy="2738770"/>
          </a:xfrm>
          <a:prstGeom prst="rect">
            <a:avLst/>
          </a:prstGeom>
        </p:spPr>
      </p:pic>
      <p:sp>
        <p:nvSpPr>
          <p:cNvPr id="10" name="Title 1">
            <a:extLst>
              <a:ext uri="{FF2B5EF4-FFF2-40B4-BE49-F238E27FC236}">
                <a16:creationId xmlns:a16="http://schemas.microsoft.com/office/drawing/2014/main" id="{886F1E7D-A67C-F465-75B4-2698634F83BE}"/>
              </a:ext>
            </a:extLst>
          </p:cNvPr>
          <p:cNvSpPr txBox="1">
            <a:spLocks/>
          </p:cNvSpPr>
          <p:nvPr/>
        </p:nvSpPr>
        <p:spPr bwMode="auto">
          <a:xfrm>
            <a:off x="478582" y="4895411"/>
            <a:ext cx="4559846" cy="972716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0" tIns="0" rIns="0" bIns="0" numCol="1" anchor="b" anchorCtr="0" compatLnSpc="1">
            <a:prstTxWarp prst="textNoShape">
              <a:avLst/>
            </a:prstTxWarp>
          </a:bodyPr>
          <a:lstStyle>
            <a:lvl1pPr algn="l" rtl="0" eaLnBrk="1" fontAlgn="base" hangingPunct="1">
              <a:spcBef>
                <a:spcPct val="0"/>
              </a:spcBef>
              <a:spcAft>
                <a:spcPct val="0"/>
              </a:spcAft>
              <a:defRPr sz="3000" b="1">
                <a:solidFill>
                  <a:srgbClr val="000000"/>
                </a:solidFill>
                <a:latin typeface="+mj-lt"/>
                <a:ea typeface="+mj-ea"/>
                <a:cs typeface="+mj-cs"/>
              </a:defRPr>
            </a:lvl1pPr>
            <a:lvl2pPr algn="l" rtl="0" eaLnBrk="1" fontAlgn="base" hangingPunct="1">
              <a:spcBef>
                <a:spcPct val="0"/>
              </a:spcBef>
              <a:spcAft>
                <a:spcPct val="0"/>
              </a:spcAft>
              <a:defRPr sz="2400" b="1">
                <a:solidFill>
                  <a:schemeClr val="tx1"/>
                </a:solidFill>
                <a:latin typeface="Verdana" pitchFamily="34" charset="0"/>
                <a:ea typeface="ＭＳ Ｐゴシック" pitchFamily="-80" charset="-128"/>
              </a:defRPr>
            </a:lvl2pPr>
            <a:lvl3pPr algn="l" rtl="0" eaLnBrk="1" fontAlgn="base" hangingPunct="1">
              <a:spcBef>
                <a:spcPct val="0"/>
              </a:spcBef>
              <a:spcAft>
                <a:spcPct val="0"/>
              </a:spcAft>
              <a:defRPr sz="2400" b="1">
                <a:solidFill>
                  <a:schemeClr val="tx1"/>
                </a:solidFill>
                <a:latin typeface="Verdana" pitchFamily="34" charset="0"/>
                <a:ea typeface="ＭＳ Ｐゴシック" pitchFamily="-80" charset="-128"/>
              </a:defRPr>
            </a:lvl3pPr>
            <a:lvl4pPr algn="l" rtl="0" eaLnBrk="1" fontAlgn="base" hangingPunct="1">
              <a:spcBef>
                <a:spcPct val="0"/>
              </a:spcBef>
              <a:spcAft>
                <a:spcPct val="0"/>
              </a:spcAft>
              <a:defRPr sz="2400" b="1">
                <a:solidFill>
                  <a:schemeClr val="tx1"/>
                </a:solidFill>
                <a:latin typeface="Verdana" pitchFamily="34" charset="0"/>
                <a:ea typeface="ＭＳ Ｐゴシック" pitchFamily="-80" charset="-128"/>
              </a:defRPr>
            </a:lvl4pPr>
            <a:lvl5pPr algn="l" rtl="0" eaLnBrk="1" fontAlgn="base" hangingPunct="1">
              <a:spcBef>
                <a:spcPct val="0"/>
              </a:spcBef>
              <a:spcAft>
                <a:spcPct val="0"/>
              </a:spcAft>
              <a:defRPr sz="2400" b="1">
                <a:solidFill>
                  <a:schemeClr val="tx1"/>
                </a:solidFill>
                <a:latin typeface="Verdana" pitchFamily="34" charset="0"/>
                <a:ea typeface="ＭＳ Ｐゴシック" pitchFamily="-80" charset="-128"/>
              </a:defRPr>
            </a:lvl5pPr>
            <a:lvl6pPr marL="457200" algn="l" rtl="0" eaLnBrk="1" fontAlgn="base" hangingPunct="1">
              <a:spcBef>
                <a:spcPct val="0"/>
              </a:spcBef>
              <a:spcAft>
                <a:spcPct val="0"/>
              </a:spcAft>
              <a:defRPr sz="2400" b="1">
                <a:solidFill>
                  <a:schemeClr val="tx1"/>
                </a:solidFill>
                <a:latin typeface="Verdana" pitchFamily="34" charset="0"/>
                <a:ea typeface="ＭＳ Ｐゴシック" pitchFamily="-80" charset="-128"/>
              </a:defRPr>
            </a:lvl6pPr>
            <a:lvl7pPr marL="914400" algn="l" rtl="0" eaLnBrk="1" fontAlgn="base" hangingPunct="1">
              <a:spcBef>
                <a:spcPct val="0"/>
              </a:spcBef>
              <a:spcAft>
                <a:spcPct val="0"/>
              </a:spcAft>
              <a:defRPr sz="2400" b="1">
                <a:solidFill>
                  <a:schemeClr val="tx1"/>
                </a:solidFill>
                <a:latin typeface="Verdana" pitchFamily="34" charset="0"/>
                <a:ea typeface="ＭＳ Ｐゴシック" pitchFamily="-80" charset="-128"/>
              </a:defRPr>
            </a:lvl7pPr>
            <a:lvl8pPr marL="1371600" algn="l" rtl="0" eaLnBrk="1" fontAlgn="base" hangingPunct="1">
              <a:spcBef>
                <a:spcPct val="0"/>
              </a:spcBef>
              <a:spcAft>
                <a:spcPct val="0"/>
              </a:spcAft>
              <a:defRPr sz="2400" b="1">
                <a:solidFill>
                  <a:schemeClr val="tx1"/>
                </a:solidFill>
                <a:latin typeface="Verdana" pitchFamily="34" charset="0"/>
                <a:ea typeface="ＭＳ Ｐゴシック" pitchFamily="-80" charset="-128"/>
              </a:defRPr>
            </a:lvl8pPr>
            <a:lvl9pPr marL="1828800" algn="l" rtl="0" eaLnBrk="1" fontAlgn="base" hangingPunct="1">
              <a:spcBef>
                <a:spcPct val="0"/>
              </a:spcBef>
              <a:spcAft>
                <a:spcPct val="0"/>
              </a:spcAft>
              <a:defRPr sz="2400" b="1">
                <a:solidFill>
                  <a:schemeClr val="tx1"/>
                </a:solidFill>
                <a:latin typeface="Verdana" pitchFamily="34" charset="0"/>
                <a:ea typeface="ＭＳ Ｐゴシック" pitchFamily="-80" charset="-128"/>
              </a:defRPr>
            </a:lvl9pPr>
          </a:lstStyle>
          <a:p>
            <a:r>
              <a:rPr lang="en-US" kern="0" dirty="0"/>
              <a:t>Zig-zag, </a:t>
            </a:r>
            <a:r>
              <a:rPr lang="en-US" i="1" kern="0" dirty="0"/>
              <a:t>N</a:t>
            </a:r>
            <a:r>
              <a:rPr lang="en-US" kern="0" dirty="0"/>
              <a:t>=12*2</a:t>
            </a:r>
          </a:p>
        </p:txBody>
      </p:sp>
    </p:spTree>
    <p:extLst>
      <p:ext uri="{BB962C8B-B14F-4D97-AF65-F5344CB8AC3E}">
        <p14:creationId xmlns:p14="http://schemas.microsoft.com/office/powerpoint/2010/main" val="3074260176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Title 17">
            <a:extLst>
              <a:ext uri="{FF2B5EF4-FFF2-40B4-BE49-F238E27FC236}">
                <a16:creationId xmlns:a16="http://schemas.microsoft.com/office/drawing/2014/main" id="{6D249320-8405-7C5B-DDBC-737010A8CEA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/>
          </a:p>
        </p:txBody>
      </p:sp>
      <p:pic>
        <p:nvPicPr>
          <p:cNvPr id="17" name="Content Placeholder 7">
            <a:extLst>
              <a:ext uri="{FF2B5EF4-FFF2-40B4-BE49-F238E27FC236}">
                <a16:creationId xmlns:a16="http://schemas.microsoft.com/office/drawing/2014/main" id="{00FB7112-E9AA-9509-D808-581AAB3B730B}"/>
              </a:ext>
            </a:extLst>
          </p:cNvPr>
          <p:cNvPicPr>
            <a:picLocks noGrp="1" noChangeAspect="1"/>
          </p:cNvPicPr>
          <p:nvPr>
            <p:ph sz="half" idx="1"/>
          </p:nvPr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/>
        </p:blipFill>
        <p:spPr>
          <a:xfrm>
            <a:off x="1774825" y="2523565"/>
            <a:ext cx="4410075" cy="2912596"/>
          </a:xfrm>
          <a:prstGeom prst="rect">
            <a:avLst/>
          </a:prstGeom>
        </p:spPr>
      </p:pic>
      <p:sp>
        <p:nvSpPr>
          <p:cNvPr id="19" name="Content Placeholder 18">
            <a:extLst>
              <a:ext uri="{FF2B5EF4-FFF2-40B4-BE49-F238E27FC236}">
                <a16:creationId xmlns:a16="http://schemas.microsoft.com/office/drawing/2014/main" id="{855CD8B0-9E8A-162E-6F47-2CD26FD9D76D}"/>
              </a:ext>
            </a:extLst>
          </p:cNvPr>
          <p:cNvSpPr>
            <a:spLocks noGrp="1"/>
          </p:cNvSpPr>
          <p:nvPr>
            <p:ph sz="half" idx="2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2B11C88-4B22-A158-7391-65FFAD805F42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r>
              <a:rPr lang="en-GB"/>
              <a:t>Title</a:t>
            </a:r>
            <a:endParaRPr lang="en-GB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E010BAC-AA28-4553-3D19-8F816393BFA4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103EA872-A674-449B-A120-B97244F8E91D}" type="slidenum">
              <a:rPr lang="en-GB" smtClean="0"/>
              <a:pPr/>
              <a:t>7</a:t>
            </a:fld>
            <a:endParaRPr lang="en-GB" dirty="0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DAFA045D-8B0C-D7FB-A2CE-313740C95B84}"/>
              </a:ext>
            </a:extLst>
          </p:cNvPr>
          <p:cNvSpPr>
            <a:spLocks noGrp="1"/>
          </p:cNvSpPr>
          <p:nvPr>
            <p:ph type="dt" sz="half" idx="12"/>
          </p:nvPr>
        </p:nvSpPr>
        <p:spPr/>
        <p:txBody>
          <a:bodyPr/>
          <a:lstStyle/>
          <a:p>
            <a:r>
              <a:rPr lang="da-DK"/>
              <a:t>Date</a:t>
            </a:r>
            <a:endParaRPr lang="en-GB"/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7698BD46-CE5B-E654-861D-8098FB0983EB}"/>
              </a:ext>
            </a:extLst>
          </p:cNvPr>
          <p:cNvSpPr txBox="1"/>
          <p:nvPr/>
        </p:nvSpPr>
        <p:spPr>
          <a:xfrm>
            <a:off x="1774726" y="1556792"/>
            <a:ext cx="2160240" cy="432048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l">
              <a:spcBef>
                <a:spcPts val="432"/>
              </a:spcBef>
            </a:pPr>
            <a:endParaRPr lang="en-US" dirty="0" err="1">
              <a:latin typeface="+mn-lt"/>
            </a:endParaRPr>
          </a:p>
        </p:txBody>
      </p:sp>
    </p:spTree>
    <p:extLst>
      <p:ext uri="{BB962C8B-B14F-4D97-AF65-F5344CB8AC3E}">
        <p14:creationId xmlns:p14="http://schemas.microsoft.com/office/powerpoint/2010/main" val="4113698875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Title 10">
            <a:extLst>
              <a:ext uri="{FF2B5EF4-FFF2-40B4-BE49-F238E27FC236}">
                <a16:creationId xmlns:a16="http://schemas.microsoft.com/office/drawing/2014/main" id="{B283DB52-7FD6-CEB8-9DF4-36670B97DCD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295D47F-1583-D4B5-21BF-33FDABA538A7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r>
              <a:rPr lang="en-GB"/>
              <a:t>Title</a:t>
            </a:r>
            <a:endParaRPr lang="en-GB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AD0680E-3754-1BA9-8B17-A4BF3885955E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103EA872-A674-449B-A120-B97244F8E91D}" type="slidenum">
              <a:rPr lang="en-GB" smtClean="0"/>
              <a:pPr/>
              <a:t>8</a:t>
            </a:fld>
            <a:endParaRPr lang="en-GB" dirty="0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822DAD08-00E0-9BC1-8213-E7AE6F82D8EA}"/>
              </a:ext>
            </a:extLst>
          </p:cNvPr>
          <p:cNvSpPr>
            <a:spLocks noGrp="1"/>
          </p:cNvSpPr>
          <p:nvPr>
            <p:ph type="dt" sz="half" idx="12"/>
          </p:nvPr>
        </p:nvSpPr>
        <p:spPr/>
        <p:txBody>
          <a:bodyPr/>
          <a:lstStyle/>
          <a:p>
            <a:r>
              <a:rPr lang="da-DK"/>
              <a:t>Date</a:t>
            </a:r>
            <a:endParaRPr lang="en-GB"/>
          </a:p>
        </p:txBody>
      </p:sp>
      <p:sp>
        <p:nvSpPr>
          <p:cNvPr id="12" name="Content Placeholder 11">
            <a:extLst>
              <a:ext uri="{FF2B5EF4-FFF2-40B4-BE49-F238E27FC236}">
                <a16:creationId xmlns:a16="http://schemas.microsoft.com/office/drawing/2014/main" id="{938A6508-71C2-1000-3F96-410CE3E9CD2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41030184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Title 10">
            <a:extLst>
              <a:ext uri="{FF2B5EF4-FFF2-40B4-BE49-F238E27FC236}">
                <a16:creationId xmlns:a16="http://schemas.microsoft.com/office/drawing/2014/main" id="{0C5F2135-E886-726D-37A2-5569EBDC2F8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Naïve extrapolate:</a:t>
            </a:r>
            <a:br>
              <a:rPr lang="en-US" dirty="0"/>
            </a:br>
            <a:r>
              <a:rPr lang="en-US" dirty="0"/>
              <a:t>k-NN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CC9C82E8-0D0A-E42B-CF07-9C6AC48AE1E8}"/>
              </a:ext>
            </a:extLst>
          </p:cNvPr>
          <p:cNvSpPr>
            <a:spLocks noGrp="1"/>
          </p:cNvSpPr>
          <p:nvPr>
            <p:ph type="ftr" sz="quarter" idx="15"/>
          </p:nvPr>
        </p:nvSpPr>
        <p:spPr/>
        <p:txBody>
          <a:bodyPr/>
          <a:lstStyle/>
          <a:p>
            <a:r>
              <a:rPr lang="en-GB"/>
              <a:t>Title</a:t>
            </a:r>
            <a:endParaRPr lang="en-GB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F2F0B9FF-A9E5-5018-2286-B105A48E23B0}"/>
              </a:ext>
            </a:extLst>
          </p:cNvPr>
          <p:cNvSpPr>
            <a:spLocks noGrp="1"/>
          </p:cNvSpPr>
          <p:nvPr>
            <p:ph type="sldNum" sz="quarter" idx="16"/>
          </p:nvPr>
        </p:nvSpPr>
        <p:spPr/>
        <p:txBody>
          <a:bodyPr/>
          <a:lstStyle/>
          <a:p>
            <a:fld id="{103EA872-A674-449B-A120-B97244F8E91D}" type="slidenum">
              <a:rPr lang="en-GB" smtClean="0"/>
              <a:pPr/>
              <a:t>9</a:t>
            </a:fld>
            <a:endParaRPr lang="en-GB" dirty="0"/>
          </a:p>
        </p:txBody>
      </p:sp>
      <p:sp>
        <p:nvSpPr>
          <p:cNvPr id="6" name="Date Placeholder 5">
            <a:extLst>
              <a:ext uri="{FF2B5EF4-FFF2-40B4-BE49-F238E27FC236}">
                <a16:creationId xmlns:a16="http://schemas.microsoft.com/office/drawing/2014/main" id="{FAC3AB88-2553-C553-23E2-DD21783D48E7}"/>
              </a:ext>
            </a:extLst>
          </p:cNvPr>
          <p:cNvSpPr>
            <a:spLocks noGrp="1"/>
          </p:cNvSpPr>
          <p:nvPr>
            <p:ph type="dt" sz="half" idx="17"/>
          </p:nvPr>
        </p:nvSpPr>
        <p:spPr/>
        <p:txBody>
          <a:bodyPr/>
          <a:lstStyle/>
          <a:p>
            <a:r>
              <a:rPr lang="da-DK"/>
              <a:t>Date</a:t>
            </a:r>
            <a:endParaRPr lang="en-GB"/>
          </a:p>
        </p:txBody>
      </p:sp>
      <p:pic>
        <p:nvPicPr>
          <p:cNvPr id="17" name="Content Placeholder 7">
            <a:extLst>
              <a:ext uri="{FF2B5EF4-FFF2-40B4-BE49-F238E27FC236}">
                <a16:creationId xmlns:a16="http://schemas.microsoft.com/office/drawing/2014/main" id="{D84FA644-C5B1-D8C2-BFF2-D8AA41F4F015}"/>
              </a:ext>
            </a:extLst>
          </p:cNvPr>
          <p:cNvPicPr>
            <a:picLocks noGrp="1" noChangeAspect="1"/>
          </p:cNvPicPr>
          <p:nvPr>
            <p:ph type="pic" sz="quarter" idx="14"/>
          </p:nvPr>
        </p:nvPicPr>
        <p:blipFill rotWithShape="1">
          <a:blip r:embed="rId2"/>
          <a:srcRect t="-1" b="-1264"/>
          <a:stretch>
            <a:fillRect/>
          </a:stretch>
        </p:blipFill>
        <p:spPr bwMode="auto">
          <a:xfrm>
            <a:off x="8331200" y="3429000"/>
            <a:ext cx="3859213" cy="288032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</a:extLst>
        </p:spPr>
      </p:pic>
      <p:pic>
        <p:nvPicPr>
          <p:cNvPr id="21" name="Picture Placeholder 20">
            <a:extLst>
              <a:ext uri="{FF2B5EF4-FFF2-40B4-BE49-F238E27FC236}">
                <a16:creationId xmlns:a16="http://schemas.microsoft.com/office/drawing/2014/main" id="{15CE63BC-1D2B-EFA6-6835-8C13395483D0}"/>
              </a:ext>
            </a:extLst>
          </p:cNvPr>
          <p:cNvPicPr>
            <a:picLocks noGrp="1" noChangeAspect="1"/>
          </p:cNvPicPr>
          <p:nvPr>
            <p:ph type="pic" sz="quarter" idx="13"/>
          </p:nvPr>
        </p:nvPicPr>
        <p:blipFill rotWithShape="1">
          <a:blip r:embed="rId3"/>
          <a:srcRect l="-1488" t="1097" r="49766" b="-1097"/>
          <a:stretch>
            <a:fillRect/>
          </a:stretch>
        </p:blipFill>
        <p:spPr bwMode="auto">
          <a:xfrm>
            <a:off x="8687494" y="426127"/>
            <a:ext cx="2880320" cy="304190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</a:extLst>
        </p:spPr>
      </p:pic>
      <p:pic>
        <p:nvPicPr>
          <p:cNvPr id="19" name="Content Placeholder 12">
            <a:extLst>
              <a:ext uri="{FF2B5EF4-FFF2-40B4-BE49-F238E27FC236}">
                <a16:creationId xmlns:a16="http://schemas.microsoft.com/office/drawing/2014/main" id="{D0BE97E4-9420-4523-7CAF-F9FCCD9A9AE0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487" r="2487"/>
          <a:stretch/>
        </p:blipFill>
        <p:spPr bwMode="auto">
          <a:xfrm>
            <a:off x="622599" y="2132856"/>
            <a:ext cx="6048375" cy="392861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23" name="Arrow: Bent 22">
            <a:extLst>
              <a:ext uri="{FF2B5EF4-FFF2-40B4-BE49-F238E27FC236}">
                <a16:creationId xmlns:a16="http://schemas.microsoft.com/office/drawing/2014/main" id="{39FE243E-1199-B095-0A91-DA95D2D19D07}"/>
              </a:ext>
            </a:extLst>
          </p:cNvPr>
          <p:cNvSpPr/>
          <p:nvPr/>
        </p:nvSpPr>
        <p:spPr bwMode="auto">
          <a:xfrm rot="10800000">
            <a:off x="7319046" y="2780928"/>
            <a:ext cx="936400" cy="576063"/>
          </a:xfrm>
          <a:prstGeom prst="bentArrow">
            <a:avLst>
              <a:gd name="adj1" fmla="val 15973"/>
              <a:gd name="adj2" fmla="val 21051"/>
              <a:gd name="adj3" fmla="val 46439"/>
              <a:gd name="adj4" fmla="val 21183"/>
            </a:avLst>
          </a:prstGeom>
          <a:solidFill>
            <a:schemeClr val="bg2"/>
          </a:solidFill>
          <a:ln w="9525" cap="flat" cmpd="sng" algn="ctr">
            <a:solidFill>
              <a:schemeClr val="bg2"/>
            </a:solidFill>
            <a:prstDash val="solid"/>
            <a:miter lim="800000"/>
            <a:headEnd type="none" w="med" len="med"/>
            <a:tailEnd type="none" w="med" len="med"/>
          </a:ln>
          <a:effectLst/>
        </p:spPr>
        <p:txBody>
          <a:bodyPr rot="0" spcFirstLastPara="0" vertOverflow="overflow" horzOverflow="overflow" vert="horz" wrap="square" lIns="90000" tIns="46800" rIns="90000" bIns="468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indent="0" algn="ctr" defTabSz="914400" rtl="0" eaLnBrk="1" fontAlgn="base" latinLnBrk="0" hangingPunct="1">
              <a:lnSpc>
                <a:spcPct val="100000"/>
              </a:lnSpc>
              <a:spcBef>
                <a:spcPts val="432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US" sz="1600" b="0" i="0" u="none" strike="noStrike" cap="none" normalizeH="0" baseline="0" dirty="0" err="1">
              <a:ln>
                <a:noFill/>
              </a:ln>
              <a:solidFill>
                <a:srgbClr val="FFFFFF"/>
              </a:solidFill>
              <a:effectLst/>
              <a:latin typeface="+mn-lt"/>
              <a:ea typeface="ＭＳ Ｐゴシック" pitchFamily="-80" charset="-128"/>
            </a:endParaRP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19E07A56-C50B-B5D4-B94D-1C0EBAC6E22C}"/>
              </a:ext>
            </a:extLst>
          </p:cNvPr>
          <p:cNvSpPr txBox="1"/>
          <p:nvPr/>
        </p:nvSpPr>
        <p:spPr>
          <a:xfrm>
            <a:off x="8255446" y="2393293"/>
            <a:ext cx="403200" cy="316800"/>
          </a:xfrm>
          <a:prstGeom prst="rect">
            <a:avLst/>
          </a:prstGeom>
          <a:solidFill>
            <a:schemeClr val="bg2"/>
          </a:solidFill>
          <a:ln w="9525" cap="flat" cmpd="sng" algn="ctr">
            <a:solidFill>
              <a:schemeClr val="bg2"/>
            </a:solidFill>
            <a:prstDash val="solid"/>
            <a:miter lim="800000"/>
            <a:headEnd type="none" w="med" len="med"/>
            <a:tailEnd type="none" w="med" len="med"/>
          </a:ln>
          <a:effectLst/>
        </p:spPr>
        <p:txBody>
          <a:bodyPr rot="0" spcFirstLastPara="0" vertOverflow="overflow" horzOverflow="overflow" vert="horz" wrap="square" lIns="90000" tIns="46800" rIns="90000" bIns="46800" numCol="1" spcCol="0" rtlCol="0" fromWordArt="0" anchor="ctr" anchorCtr="0" forceAA="0" compatLnSpc="1">
            <a:prstTxWarp prst="textNoShape">
              <a:avLst/>
            </a:prstTxWarp>
            <a:noAutofit/>
          </a:bodyPr>
          <a:lstStyle>
            <a:defPPr>
              <a:defRPr lang="da-DK"/>
            </a:defPPr>
            <a:lvl1pPr marL="0" marR="0" indent="0" algn="ctr" defTabSz="914400" eaLnBrk="1" latinLnBrk="0" hangingPunct="1">
              <a:lnSpc>
                <a:spcPct val="100000"/>
              </a:lnSpc>
              <a:spcBef>
                <a:spcPts val="432"/>
              </a:spcBef>
              <a:buClrTx/>
              <a:buSzTx/>
              <a:buFontTx/>
              <a:buNone/>
              <a:tabLst/>
              <a:defRPr kumimoji="0" b="0" i="0" u="none" strike="noStrike" cap="none" normalizeH="0" baseline="0">
                <a:ln>
                  <a:noFill/>
                </a:ln>
                <a:solidFill>
                  <a:srgbClr val="FFFFFF"/>
                </a:solidFill>
                <a:effectLst/>
                <a:latin typeface="Verdana" pitchFamily="34" charset="0"/>
                <a:ea typeface="ＭＳ Ｐゴシック" pitchFamily="-80" charset="-128"/>
              </a:defRPr>
            </a:lvl1pPr>
            <a:lvl2pPr>
              <a:defRPr>
                <a:solidFill>
                  <a:schemeClr val="tx1"/>
                </a:solidFill>
                <a:latin typeface="Verdana" pitchFamily="34" charset="0"/>
                <a:ea typeface="ＭＳ Ｐゴシック" pitchFamily="-80" charset="-128"/>
              </a:defRPr>
            </a:lvl2pPr>
            <a:lvl3pPr>
              <a:defRPr>
                <a:solidFill>
                  <a:schemeClr val="tx1"/>
                </a:solidFill>
                <a:latin typeface="Verdana" pitchFamily="34" charset="0"/>
                <a:ea typeface="ＭＳ Ｐゴシック" pitchFamily="-80" charset="-128"/>
              </a:defRPr>
            </a:lvl3pPr>
            <a:lvl4pPr>
              <a:defRPr>
                <a:solidFill>
                  <a:schemeClr val="tx1"/>
                </a:solidFill>
                <a:latin typeface="Verdana" pitchFamily="34" charset="0"/>
                <a:ea typeface="ＭＳ Ｐゴシック" pitchFamily="-80" charset="-128"/>
              </a:defRPr>
            </a:lvl4pPr>
            <a:lvl5pPr>
              <a:defRPr>
                <a:solidFill>
                  <a:schemeClr val="tx1"/>
                </a:solidFill>
                <a:latin typeface="Verdana" pitchFamily="34" charset="0"/>
                <a:ea typeface="ＭＳ Ｐゴシック" pitchFamily="-80" charset="-128"/>
              </a:defRPr>
            </a:lvl5pPr>
            <a:lvl6pPr>
              <a:defRPr>
                <a:solidFill>
                  <a:schemeClr val="tx1"/>
                </a:solidFill>
                <a:latin typeface="Verdana" pitchFamily="34" charset="0"/>
                <a:ea typeface="ＭＳ Ｐゴシック" pitchFamily="-80" charset="-128"/>
              </a:defRPr>
            </a:lvl6pPr>
            <a:lvl7pPr>
              <a:defRPr>
                <a:solidFill>
                  <a:schemeClr val="tx1"/>
                </a:solidFill>
                <a:latin typeface="Verdana" pitchFamily="34" charset="0"/>
                <a:ea typeface="ＭＳ Ｐゴシック" pitchFamily="-80" charset="-128"/>
              </a:defRPr>
            </a:lvl7pPr>
            <a:lvl8pPr>
              <a:defRPr>
                <a:solidFill>
                  <a:schemeClr val="tx1"/>
                </a:solidFill>
                <a:latin typeface="Verdana" pitchFamily="34" charset="0"/>
                <a:ea typeface="ＭＳ Ｐゴシック" pitchFamily="-80" charset="-128"/>
              </a:defRPr>
            </a:lvl8pPr>
            <a:lvl9pPr>
              <a:defRPr>
                <a:solidFill>
                  <a:schemeClr val="tx1"/>
                </a:solidFill>
                <a:latin typeface="Verdana" pitchFamily="34" charset="0"/>
                <a:ea typeface="ＭＳ Ｐゴシック" pitchFamily="-80" charset="-128"/>
              </a:defRPr>
            </a:lvl9pPr>
          </a:lstStyle>
          <a:p>
            <a:r>
              <a:rPr lang="en-US" dirty="0"/>
              <a:t>1.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489E18C6-FDCD-9B0A-5CE3-0401B3DC37E6}"/>
              </a:ext>
            </a:extLst>
          </p:cNvPr>
          <p:cNvSpPr txBox="1"/>
          <p:nvPr/>
        </p:nvSpPr>
        <p:spPr>
          <a:xfrm>
            <a:off x="7902898" y="3429000"/>
            <a:ext cx="428302" cy="316800"/>
          </a:xfrm>
          <a:prstGeom prst="rect">
            <a:avLst/>
          </a:prstGeom>
          <a:solidFill>
            <a:schemeClr val="bg2"/>
          </a:solidFill>
          <a:ln w="9525" cap="flat" cmpd="sng" algn="ctr">
            <a:solidFill>
              <a:schemeClr val="bg2"/>
            </a:solidFill>
            <a:prstDash val="solid"/>
            <a:miter lim="800000"/>
            <a:headEnd type="none" w="med" len="med"/>
            <a:tailEnd type="none" w="med" len="med"/>
          </a:ln>
          <a:effectLst/>
        </p:spPr>
        <p:txBody>
          <a:bodyPr rot="0" spcFirstLastPara="0" vertOverflow="overflow" horzOverflow="overflow" vert="horz" wrap="square" lIns="90000" tIns="46800" rIns="90000" bIns="46800" numCol="1" spcCol="0" rtlCol="0" fromWordArt="0" anchor="ctr" anchorCtr="0" forceAA="0" compatLnSpc="1">
            <a:prstTxWarp prst="textNoShape">
              <a:avLst/>
            </a:prstTxWarp>
            <a:noAutofit/>
          </a:bodyPr>
          <a:lstStyle>
            <a:defPPr>
              <a:defRPr lang="da-DK"/>
            </a:defPPr>
            <a:lvl1pPr marL="0" marR="0" indent="0" algn="ctr" defTabSz="914400" eaLnBrk="1" latinLnBrk="0" hangingPunct="1">
              <a:lnSpc>
                <a:spcPct val="100000"/>
              </a:lnSpc>
              <a:spcBef>
                <a:spcPts val="432"/>
              </a:spcBef>
              <a:buClrTx/>
              <a:buSzTx/>
              <a:buFontTx/>
              <a:buNone/>
              <a:tabLst/>
              <a:defRPr kumimoji="0" b="0" i="0" u="none" strike="noStrike" cap="none" normalizeH="0" baseline="0">
                <a:ln>
                  <a:noFill/>
                </a:ln>
                <a:solidFill>
                  <a:srgbClr val="FFFFFF"/>
                </a:solidFill>
                <a:effectLst/>
                <a:latin typeface="Verdana" pitchFamily="34" charset="0"/>
                <a:ea typeface="ＭＳ Ｐゴシック" pitchFamily="-80" charset="-128"/>
              </a:defRPr>
            </a:lvl1pPr>
            <a:lvl2pPr>
              <a:defRPr>
                <a:solidFill>
                  <a:schemeClr val="tx1"/>
                </a:solidFill>
                <a:latin typeface="Verdana" pitchFamily="34" charset="0"/>
                <a:ea typeface="ＭＳ Ｐゴシック" pitchFamily="-80" charset="-128"/>
              </a:defRPr>
            </a:lvl2pPr>
            <a:lvl3pPr>
              <a:defRPr>
                <a:solidFill>
                  <a:schemeClr val="tx1"/>
                </a:solidFill>
                <a:latin typeface="Verdana" pitchFamily="34" charset="0"/>
                <a:ea typeface="ＭＳ Ｐゴシック" pitchFamily="-80" charset="-128"/>
              </a:defRPr>
            </a:lvl3pPr>
            <a:lvl4pPr>
              <a:defRPr>
                <a:solidFill>
                  <a:schemeClr val="tx1"/>
                </a:solidFill>
                <a:latin typeface="Verdana" pitchFamily="34" charset="0"/>
                <a:ea typeface="ＭＳ Ｐゴシック" pitchFamily="-80" charset="-128"/>
              </a:defRPr>
            </a:lvl4pPr>
            <a:lvl5pPr>
              <a:defRPr>
                <a:solidFill>
                  <a:schemeClr val="tx1"/>
                </a:solidFill>
                <a:latin typeface="Verdana" pitchFamily="34" charset="0"/>
                <a:ea typeface="ＭＳ Ｐゴシック" pitchFamily="-80" charset="-128"/>
              </a:defRPr>
            </a:lvl5pPr>
            <a:lvl6pPr>
              <a:defRPr>
                <a:solidFill>
                  <a:schemeClr val="tx1"/>
                </a:solidFill>
                <a:latin typeface="Verdana" pitchFamily="34" charset="0"/>
                <a:ea typeface="ＭＳ Ｐゴシック" pitchFamily="-80" charset="-128"/>
              </a:defRPr>
            </a:lvl6pPr>
            <a:lvl7pPr>
              <a:defRPr>
                <a:solidFill>
                  <a:schemeClr val="tx1"/>
                </a:solidFill>
                <a:latin typeface="Verdana" pitchFamily="34" charset="0"/>
                <a:ea typeface="ＭＳ Ｐゴシック" pitchFamily="-80" charset="-128"/>
              </a:defRPr>
            </a:lvl7pPr>
            <a:lvl8pPr>
              <a:defRPr>
                <a:solidFill>
                  <a:schemeClr val="tx1"/>
                </a:solidFill>
                <a:latin typeface="Verdana" pitchFamily="34" charset="0"/>
                <a:ea typeface="ＭＳ Ｐゴシック" pitchFamily="-80" charset="-128"/>
              </a:defRPr>
            </a:lvl8pPr>
            <a:lvl9pPr>
              <a:defRPr>
                <a:solidFill>
                  <a:schemeClr val="tx1"/>
                </a:solidFill>
                <a:latin typeface="Verdana" pitchFamily="34" charset="0"/>
                <a:ea typeface="ＭＳ Ｐゴシック" pitchFamily="-80" charset="-128"/>
              </a:defRPr>
            </a:lvl9pPr>
          </a:lstStyle>
          <a:p>
            <a:r>
              <a:rPr lang="en-US" dirty="0"/>
              <a:t>2.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CF8AE9D9-F041-113C-8455-0A8A216E3044}"/>
              </a:ext>
            </a:extLst>
          </p:cNvPr>
          <p:cNvSpPr txBox="1"/>
          <p:nvPr/>
        </p:nvSpPr>
        <p:spPr>
          <a:xfrm>
            <a:off x="6746728" y="2206293"/>
            <a:ext cx="428598" cy="316800"/>
          </a:xfrm>
          <a:prstGeom prst="rect">
            <a:avLst/>
          </a:prstGeom>
          <a:solidFill>
            <a:schemeClr val="bg2"/>
          </a:solidFill>
          <a:ln w="9525" cap="flat" cmpd="sng" algn="ctr">
            <a:solidFill>
              <a:schemeClr val="bg2"/>
            </a:solidFill>
            <a:prstDash val="solid"/>
            <a:miter lim="800000"/>
            <a:headEnd type="none" w="med" len="med"/>
            <a:tailEnd type="none" w="med" len="med"/>
          </a:ln>
          <a:effectLst/>
        </p:spPr>
        <p:txBody>
          <a:bodyPr rot="0" spcFirstLastPara="0" vertOverflow="overflow" horzOverflow="overflow" vert="horz" wrap="square" lIns="90000" tIns="46800" rIns="90000" bIns="46800" numCol="1" spcCol="0" rtlCol="0" fromWordArt="0" anchor="ctr" anchorCtr="0" forceAA="0" compatLnSpc="1">
            <a:prstTxWarp prst="textNoShape">
              <a:avLst/>
            </a:prstTxWarp>
            <a:noAutofit/>
          </a:bodyPr>
          <a:lstStyle>
            <a:defPPr>
              <a:defRPr lang="da-DK"/>
            </a:defPPr>
            <a:lvl1pPr marL="0" marR="0" indent="0" algn="ctr" defTabSz="914400" eaLnBrk="1" latinLnBrk="0" hangingPunct="1">
              <a:lnSpc>
                <a:spcPct val="100000"/>
              </a:lnSpc>
              <a:spcBef>
                <a:spcPts val="432"/>
              </a:spcBef>
              <a:buClrTx/>
              <a:buSzTx/>
              <a:buFontTx/>
              <a:buNone/>
              <a:tabLst/>
              <a:defRPr kumimoji="0" b="0" i="0" u="none" strike="noStrike" cap="none" normalizeH="0" baseline="0">
                <a:ln>
                  <a:noFill/>
                </a:ln>
                <a:solidFill>
                  <a:srgbClr val="FFFFFF"/>
                </a:solidFill>
                <a:effectLst/>
                <a:ea typeface="ＭＳ Ｐゴシック" pitchFamily="-80" charset="-128"/>
              </a:defRPr>
            </a:lvl1pPr>
            <a:lvl2pPr>
              <a:defRPr>
                <a:solidFill>
                  <a:schemeClr val="tx1"/>
                </a:solidFill>
                <a:latin typeface="Verdana" pitchFamily="34" charset="0"/>
                <a:ea typeface="ＭＳ Ｐゴシック" pitchFamily="-80" charset="-128"/>
              </a:defRPr>
            </a:lvl2pPr>
            <a:lvl3pPr>
              <a:defRPr>
                <a:solidFill>
                  <a:schemeClr val="tx1"/>
                </a:solidFill>
                <a:latin typeface="Verdana" pitchFamily="34" charset="0"/>
                <a:ea typeface="ＭＳ Ｐゴシック" pitchFamily="-80" charset="-128"/>
              </a:defRPr>
            </a:lvl3pPr>
            <a:lvl4pPr>
              <a:defRPr>
                <a:solidFill>
                  <a:schemeClr val="tx1"/>
                </a:solidFill>
                <a:latin typeface="Verdana" pitchFamily="34" charset="0"/>
                <a:ea typeface="ＭＳ Ｐゴシック" pitchFamily="-80" charset="-128"/>
              </a:defRPr>
            </a:lvl4pPr>
            <a:lvl5pPr>
              <a:defRPr>
                <a:solidFill>
                  <a:schemeClr val="tx1"/>
                </a:solidFill>
                <a:latin typeface="Verdana" pitchFamily="34" charset="0"/>
                <a:ea typeface="ＭＳ Ｐゴシック" pitchFamily="-80" charset="-128"/>
              </a:defRPr>
            </a:lvl5pPr>
            <a:lvl6pPr>
              <a:defRPr>
                <a:solidFill>
                  <a:schemeClr val="tx1"/>
                </a:solidFill>
                <a:latin typeface="Verdana" pitchFamily="34" charset="0"/>
                <a:ea typeface="ＭＳ Ｐゴシック" pitchFamily="-80" charset="-128"/>
              </a:defRPr>
            </a:lvl6pPr>
            <a:lvl7pPr>
              <a:defRPr>
                <a:solidFill>
                  <a:schemeClr val="tx1"/>
                </a:solidFill>
                <a:latin typeface="Verdana" pitchFamily="34" charset="0"/>
                <a:ea typeface="ＭＳ Ｐゴシック" pitchFamily="-80" charset="-128"/>
              </a:defRPr>
            </a:lvl7pPr>
            <a:lvl8pPr>
              <a:defRPr>
                <a:solidFill>
                  <a:schemeClr val="tx1"/>
                </a:solidFill>
                <a:latin typeface="Verdana" pitchFamily="34" charset="0"/>
                <a:ea typeface="ＭＳ Ｐゴシック" pitchFamily="-80" charset="-128"/>
              </a:defRPr>
            </a:lvl8pPr>
            <a:lvl9pPr>
              <a:defRPr>
                <a:solidFill>
                  <a:schemeClr val="tx1"/>
                </a:solidFill>
                <a:latin typeface="Verdana" pitchFamily="34" charset="0"/>
                <a:ea typeface="ＭＳ Ｐゴシック" pitchFamily="-80" charset="-128"/>
              </a:defRPr>
            </a:lvl9pPr>
          </a:lstStyle>
          <a:p>
            <a:r>
              <a:rPr lang="en-US" dirty="0"/>
              <a:t>3.</a:t>
            </a:r>
          </a:p>
        </p:txBody>
      </p:sp>
    </p:spTree>
    <p:extLst>
      <p:ext uri="{BB962C8B-B14F-4D97-AF65-F5344CB8AC3E}">
        <p14:creationId xmlns:p14="http://schemas.microsoft.com/office/powerpoint/2010/main" val="2469966279"/>
      </p:ext>
    </p:extLst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DNEW" val="False"/>
</p:tagLst>
</file>

<file path=ppt/tags/tag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_LOCKS" val="0"/>
</p:tagLst>
</file>

<file path=ppt/tags/tag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_LOCKS" val="0"/>
</p:tagLst>
</file>

<file path=ppt/tags/tag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_LOCKS" val="0"/>
</p:tagLst>
</file>

<file path=ppt/tags/tag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_LOCKS" val="0"/>
</p:tagLst>
</file>

<file path=ppt/theme/theme1.xml><?xml version="1.0" encoding="utf-8"?>
<a:theme xmlns:a="http://schemas.openxmlformats.org/drawingml/2006/main" name="Blank">
  <a:themeElements>
    <a:clrScheme name="DTU">
      <a:dk1>
        <a:srgbClr val="000000"/>
      </a:dk1>
      <a:lt1>
        <a:srgbClr val="FFFFFF"/>
      </a:lt1>
      <a:dk2>
        <a:srgbClr val="990000"/>
      </a:dk2>
      <a:lt2>
        <a:srgbClr val="79238E"/>
      </a:lt2>
      <a:accent1>
        <a:srgbClr val="990000"/>
      </a:accent1>
      <a:accent2>
        <a:srgbClr val="2F3EEA"/>
      </a:accent2>
      <a:accent3>
        <a:srgbClr val="1FD082"/>
      </a:accent3>
      <a:accent4>
        <a:srgbClr val="171748"/>
      </a:accent4>
      <a:accent5>
        <a:srgbClr val="F6D04D"/>
      </a:accent5>
      <a:accent6>
        <a:srgbClr val="FC7634"/>
      </a:accent6>
      <a:hlink>
        <a:srgbClr val="2F3EEA"/>
      </a:hlink>
      <a:folHlink>
        <a:srgbClr val="990000"/>
      </a:folHlink>
    </a:clrScheme>
    <a:fontScheme name="DTU">
      <a:majorFont>
        <a:latin typeface="Arial"/>
        <a:ea typeface=""/>
        <a:cs typeface=""/>
      </a:majorFont>
      <a:minorFont>
        <a:latin typeface="Arial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 bwMode="auto">
        <a:solidFill>
          <a:schemeClr val="bg2"/>
        </a:solidFill>
        <a:ln w="9525" cap="flat" cmpd="sng" algn="ctr">
          <a:solidFill>
            <a:schemeClr val="bg2"/>
          </a:solidFill>
          <a:prstDash val="solid"/>
          <a:miter lim="800000"/>
          <a:headEnd type="none" w="med" len="med"/>
          <a:tailEnd type="none" w="med" len="med"/>
        </a:ln>
        <a:effectLst/>
      </a:spPr>
      <a:bodyPr rot="0" spcFirstLastPara="0" vertOverflow="overflow" horzOverflow="overflow" vert="horz" wrap="square" lIns="90000" tIns="46800" rIns="90000" bIns="46800" numCol="1" spcCol="0" rtlCol="0" fromWordArt="0" anchor="ctr" anchorCtr="0" forceAA="0" compatLnSpc="1">
        <a:prstTxWarp prst="textNoShape">
          <a:avLst/>
        </a:prstTxWarp>
        <a:noAutofit/>
      </a:bodyPr>
      <a:lstStyle>
        <a:defPPr marL="0" marR="0" indent="0" algn="ctr" defTabSz="914400" rtl="0" eaLnBrk="1" fontAlgn="base" latinLnBrk="0" hangingPunct="1">
          <a:lnSpc>
            <a:spcPct val="100000"/>
          </a:lnSpc>
          <a:spcBef>
            <a:spcPts val="432"/>
          </a:spcBef>
          <a:spcAft>
            <a:spcPct val="0"/>
          </a:spcAft>
          <a:buClrTx/>
          <a:buSzTx/>
          <a:buFontTx/>
          <a:buNone/>
          <a:tabLst/>
          <a:defRPr kumimoji="0" sz="1600" b="0" i="0" u="none" strike="noStrike" cap="none" normalizeH="0" baseline="0" dirty="0" err="1">
            <a:ln>
              <a:noFill/>
            </a:ln>
            <a:solidFill>
              <a:srgbClr val="FFFFFF"/>
            </a:solidFill>
            <a:effectLst/>
            <a:latin typeface="+mn-lt"/>
            <a:ea typeface="ＭＳ Ｐゴシック" pitchFamily="-80" charset="-128"/>
          </a:defRPr>
        </a:defPPr>
      </a:lstStyle>
    </a:spDef>
    <a:lnDef>
      <a:spPr bwMode="auto">
        <a:solidFill>
          <a:schemeClr val="accent1"/>
        </a:solidFill>
        <a:ln w="9525" cap="flat" cmpd="sng" algn="ctr">
          <a:solidFill>
            <a:schemeClr val="tx1"/>
          </a:solidFill>
          <a:prstDash val="solid"/>
          <a:miter lim="800000"/>
          <a:headEnd type="none" w="med" len="med"/>
          <a:tailEnd type="none" w="med" len="med"/>
        </a:ln>
        <a:effectLst/>
        <a:extLst>
          <a:ext uri="{AF507438-7753-43E0-B8FC-AC1667EBCBE1}">
            <a14:hiddenEffects xmlns:a14="http://schemas.microsoft.com/office/drawing/2010/main">
              <a:effectLst>
                <a:outerShdw dist="35921" dir="2700000" algn="ctr" rotWithShape="0">
                  <a:schemeClr val="bg2"/>
                </a:outerShdw>
              </a:effectLst>
            </a14:hiddenEffects>
          </a:ext>
        </a:extLst>
      </a:spPr>
      <a:bodyPr/>
      <a:lstStyle/>
    </a:lnDef>
    <a:txDef>
      <a:spPr>
        <a:noFill/>
      </a:spPr>
      <a:bodyPr wrap="square" lIns="0" tIns="0" rIns="0" bIns="0" rtlCol="0">
        <a:spAutoFit/>
      </a:bodyPr>
      <a:lstStyle>
        <a:defPPr algn="l">
          <a:spcBef>
            <a:spcPts val="432"/>
          </a:spcBef>
          <a:defRPr dirty="0" err="1" smtClean="0">
            <a:latin typeface="+mn-lt"/>
          </a:defRPr>
        </a:defPPr>
      </a:lstStyle>
    </a:txDef>
  </a:objectDefaults>
  <a:extraClrSchemeLst/>
  <a:extLst>
    <a:ext uri="{05A4C25C-085E-4340-85A3-A5531E510DB2}">
      <thm15:themeFamily xmlns:thm15="http://schemas.microsoft.com/office/thememl/2012/main" name="DTU Template 16_9 - Purple-ENG.potx" id="{ACB4F171-8EB6-42FF-A886-8AC5C6E12EF9}" vid="{0B6811EE-F439-40C6-B36C-C65F443AAD1A}"/>
    </a:ext>
  </a:extLst>
</a:theme>
</file>

<file path=ppt/theme/theme2.xml><?xml version="1.0" encoding="utf-8"?>
<a:theme xmlns:a="http://schemas.openxmlformats.org/drawingml/2006/main" name="Office Theme">
  <a:themeElements>
    <a:clrScheme name="">
      <a:dk1>
        <a:srgbClr val="000000"/>
      </a:dk1>
      <a:lt1>
        <a:srgbClr val="FFFFFF"/>
      </a:lt1>
      <a:dk2>
        <a:srgbClr val="000000"/>
      </a:dk2>
      <a:lt2>
        <a:srgbClr val="808080"/>
      </a:lt2>
      <a:accent1>
        <a:srgbClr val="BBE0E3"/>
      </a:accent1>
      <a:accent2>
        <a:srgbClr val="333399"/>
      </a:accent2>
      <a:accent3>
        <a:srgbClr val="FFFFFF"/>
      </a:accent3>
      <a:accent4>
        <a:srgbClr val="000000"/>
      </a:accent4>
      <a:accent5>
        <a:srgbClr val="DAEDEF"/>
      </a:accent5>
      <a:accent6>
        <a:srgbClr val="2D2D8A"/>
      </a:accent6>
      <a:hlink>
        <a:srgbClr val="009999"/>
      </a:hlink>
      <a:folHlink>
        <a:srgbClr val="99CC0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3.xml><?xml version="1.0" encoding="utf-8"?>
<a:theme xmlns:a="http://schemas.openxmlformats.org/drawingml/2006/main" name="Office Theme">
  <a:themeElements>
    <a:clrScheme name="">
      <a:dk1>
        <a:srgbClr val="000000"/>
      </a:dk1>
      <a:lt1>
        <a:srgbClr val="FFFFFF"/>
      </a:lt1>
      <a:dk2>
        <a:srgbClr val="000000"/>
      </a:dk2>
      <a:lt2>
        <a:srgbClr val="808080"/>
      </a:lt2>
      <a:accent1>
        <a:srgbClr val="BBE0E3"/>
      </a:accent1>
      <a:accent2>
        <a:srgbClr val="333399"/>
      </a:accent2>
      <a:accent3>
        <a:srgbClr val="FFFFFF"/>
      </a:accent3>
      <a:accent4>
        <a:srgbClr val="000000"/>
      </a:accent4>
      <a:accent5>
        <a:srgbClr val="DAEDEF"/>
      </a:accent5>
      <a:accent6>
        <a:srgbClr val="2D2D8A"/>
      </a:accent6>
      <a:hlink>
        <a:srgbClr val="009999"/>
      </a:hlink>
      <a:folHlink>
        <a:srgbClr val="99CC0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.xml"/></Relationships>
</file>

<file path=customXml/_rels/item4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4.xml"/></Relationships>
</file>

<file path=customXml/_rels/item5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5.xml"/></Relationships>
</file>

<file path=customXml/_rels/item6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6.xml"/></Relationships>
</file>

<file path=customXml/_rels/item7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7.xml"/></Relationships>
</file>

<file path=customXml/_rels/item8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8.xml"/></Relationships>
</file>

<file path=customXml/_rels/item9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9.xml"/></Relationships>
</file>

<file path=customXml/_rels/item10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0.xml"/></Relationships>
</file>

<file path=customXml/_rels/item1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1.xml"/></Relationships>
</file>

<file path=customXml/item1.xml><?xml version="1.0" encoding="utf-8"?>
<TemplafySlideFormConfiguration><![CDATA[{"formFields":[],"formDataEntries":[]}]]></TemplafySlideFormConfiguration>
</file>

<file path=customXml/item2.xml><?xml version="1.0" encoding="utf-8"?>
<TemplafySlideTemplateConfiguration><![CDATA[{"elementsMetadata":[],"documentContentValidatorConfiguration":{"enableDocumentContentValidator":false,"documentContentValidatorVersion":0},"slideId":"636957682264213454","enableDocumentContentUpdater":true,"version":"1.2"}]]></TemplafySlideTemplateConfiguration>
</file>

<file path=customXml/item3.xml><?xml version="1.0" encoding="utf-8"?>
<TemplafySlideTemplateConfiguration><![CDATA[{"elementsMetadata":[],"documentContentValidatorConfiguration":{"enableDocumentContentValidator":false,"documentContentValidatorVersion":0},"slideId":"636957682264370159","enableDocumentContentUpdater":true,"version":"1.2"}]]></TemplafySlideTemplateConfiguration>
</file>

<file path=customXml/item4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5.xml><?xml version="1.0" encoding="utf-8"?>
<TemplafyFormConfiguration><![CDATA[{"formFields":[{"required":false,"type":"datePicker","name":"Date","label":"Date","helpTexts":{"prefix":"","postfix":""},"spacing":{},"fullyQualifiedName":"Date"},{"required":false,"placeholder":"","lines":0,"type":"textBox","name":"PresentationTitle","label":"Presentation title","helpTexts":{"prefix":"","postfix":""},"spacing":{},"fullyQualifiedName":"PresentationTitle"}],"formDataEntries":[]}]]></TemplafyFormConfiguration>
</file>

<file path=customXml/item6.xml><?xml version="1.0" encoding="utf-8"?>
<TemplafySlideFormConfiguration><![CDATA[{"formFields":[],"formDataEntries":[]}]]></TemplafySlideFormConfiguration>
</file>

<file path=customXml/item7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/>
</p:properties>
</file>

<file path=customXml/item8.xml><?xml version="1.0" encoding="utf-8"?>
<TemplafySlideTemplateConfiguration><![CDATA[{"elementsMetadata":[],"documentContentValidatorConfiguration":{"enableDocumentContentValidator":false,"documentContentValidatorVersion":0},"slideId":"636957682264057965","enableDocumentContentUpdater":true,"version":"1.2"}]]></TemplafySlideTemplateConfiguration>
</file>

<file path=customXml/item9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9ADA1FD2B40FDA458284BB6FCA763489" ma:contentTypeVersion="5" ma:contentTypeDescription="Create a new document." ma:contentTypeScope="" ma:versionID="72b2569ebc96083092f6d8e76413cd52">
  <xsd:schema xmlns:xsd="http://www.w3.org/2001/XMLSchema" xmlns:xs="http://www.w3.org/2001/XMLSchema" xmlns:p="http://schemas.microsoft.com/office/2006/metadata/properties" xmlns:ns2="683dcda1-f8c3-442f-ae64-e236c052732d" xmlns:ns3="715bde23-c48d-41ea-a697-dffaa8fbae8d" targetNamespace="http://schemas.microsoft.com/office/2006/metadata/properties" ma:root="true" ma:fieldsID="df14c340b530a7b5c38005fefa6a5693" ns2:_="" ns3:_="">
    <xsd:import namespace="683dcda1-f8c3-442f-ae64-e236c052732d"/>
    <xsd:import namespace="715bde23-c48d-41ea-a697-dffaa8fbae8d"/>
    <xsd:element name="properties">
      <xsd:complexType>
        <xsd:sequence>
          <xsd:element name="documentManagement">
            <xsd:complexType>
              <xsd:all>
                <xsd:element ref="ns2:MediaServiceMetadata" minOccurs="0"/>
                <xsd:element ref="ns2:MediaServiceFastMetadata" minOccurs="0"/>
                <xsd:element ref="ns2:MediaServiceObjectDetectorVersions" minOccurs="0"/>
                <xsd:element ref="ns3:SharedWithUsers" minOccurs="0"/>
                <xsd:element ref="ns3:SharedWithDetails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683dcda1-f8c3-442f-ae64-e236c052732d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ObjectDetectorVersions" ma:index="10" nillable="true" ma:displayName="MediaServiceObjectDetectorVersions" ma:hidden="true" ma:indexed="true" ma:internalName="MediaServiceObjectDetectorVersions" ma:readOnly="true">
      <xsd:simpleType>
        <xsd:restriction base="dms:Text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715bde23-c48d-41ea-a697-dffaa8fbae8d" elementFormDefault="qualified">
    <xsd:import namespace="http://schemas.microsoft.com/office/2006/documentManagement/types"/>
    <xsd:import namespace="http://schemas.microsoft.com/office/infopath/2007/PartnerControls"/>
    <xsd:element name="SharedWithUsers" ma:index="11" nillable="true" ma:displayName="Shared With" ma:internalName="SharedWithUsers" ma:readOnly="true">
      <xsd:complexType>
        <xsd:complexContent>
          <xsd:extension base="dms:UserMulti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SharedWithDetails" ma:index="12" nillable="true" ma:displayName="Shared With Details" ma:internalName="SharedWithDetails" ma:readOnly="true">
      <xsd:simpleType>
        <xsd:restriction base="dms:Note">
          <xsd:maxLength value="255"/>
        </xsd:restriction>
      </xsd:simple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Content Type"/>
        <xsd:element ref="dc:title" minOccurs="0" maxOccurs="1" ma:index="4" ma:displayName="Titl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10.xml><?xml version="1.0" encoding="utf-8"?>
<TemplafySlideFormConfiguration><![CDATA[{"formFields":[],"formDataEntries":[]}]]></TemplafySlideFormConfiguration>
</file>

<file path=customXml/item11.xml><?xml version="1.0" encoding="utf-8"?>
<TemplafyTemplateConfiguration><![CDATA[{"elementsMetadata":[],"transformationConfigurations":[{"language":"{{DocumentLanguage}}","disableUpdates":false,"type":"proofingLanguage"}],"templateName":"DTU Template 16_9 - Purple","templateDescription":"","enableDocumentContentUpdater":true,"version":"1.2"}]]></TemplafyTemplateConfiguration>
</file>

<file path=customXml/itemProps1.xml><?xml version="1.0" encoding="utf-8"?>
<ds:datastoreItem xmlns:ds="http://schemas.openxmlformats.org/officeDocument/2006/customXml" ds:itemID="{E618FA3B-8A67-40AE-8AE5-229504AB69D3}">
  <ds:schemaRefs/>
</ds:datastoreItem>
</file>

<file path=customXml/itemProps2.xml><?xml version="1.0" encoding="utf-8"?>
<ds:datastoreItem xmlns:ds="http://schemas.openxmlformats.org/officeDocument/2006/customXml" ds:itemID="{B30A78E7-315B-4170-8116-72928D1FEAD9}">
  <ds:schemaRefs/>
</ds:datastoreItem>
</file>

<file path=customXml/itemProps3.xml><?xml version="1.0" encoding="utf-8"?>
<ds:datastoreItem xmlns:ds="http://schemas.openxmlformats.org/officeDocument/2006/customXml" ds:itemID="{3DB14396-8B0C-45B4-9B8F-11E9F605DE89}">
  <ds:schemaRefs/>
</ds:datastoreItem>
</file>

<file path=customXml/itemProps4.xml><?xml version="1.0" encoding="utf-8"?>
<ds:datastoreItem xmlns:ds="http://schemas.openxmlformats.org/officeDocument/2006/customXml" ds:itemID="{3FAD9687-A325-465A-822F-98C7D264CFD7}">
  <ds:schemaRefs>
    <ds:schemaRef ds:uri="http://schemas.microsoft.com/sharepoint/v3/contenttype/forms"/>
  </ds:schemaRefs>
</ds:datastoreItem>
</file>

<file path=customXml/itemProps5.xml><?xml version="1.0" encoding="utf-8"?>
<ds:datastoreItem xmlns:ds="http://schemas.openxmlformats.org/officeDocument/2006/customXml" ds:itemID="{69ED2CA6-29BB-4407-9012-18ED2ECCD16E}">
  <ds:schemaRefs/>
</ds:datastoreItem>
</file>

<file path=customXml/itemProps6.xml><?xml version="1.0" encoding="utf-8"?>
<ds:datastoreItem xmlns:ds="http://schemas.openxmlformats.org/officeDocument/2006/customXml" ds:itemID="{A24B75EB-8202-4907-9D1E-5F9CF0C29483}">
  <ds:schemaRefs/>
</ds:datastoreItem>
</file>

<file path=customXml/itemProps7.xml><?xml version="1.0" encoding="utf-8"?>
<ds:datastoreItem xmlns:ds="http://schemas.openxmlformats.org/officeDocument/2006/customXml" ds:itemID="{C7696DC1-7A22-4198-A4D1-783EAEBC6DD4}">
  <ds:schemaRefs>
    <ds:schemaRef ds:uri="http://schemas.microsoft.com/office/2006/metadata/properties"/>
    <ds:schemaRef ds:uri="http://schemas.microsoft.com/office/infopath/2007/PartnerControls"/>
  </ds:schemaRefs>
</ds:datastoreItem>
</file>

<file path=customXml/itemProps8.xml><?xml version="1.0" encoding="utf-8"?>
<ds:datastoreItem xmlns:ds="http://schemas.openxmlformats.org/officeDocument/2006/customXml" ds:itemID="{ECA1DA60-FB17-4EB5-97F4-62F99A1A733D}">
  <ds:schemaRefs/>
</ds:datastoreItem>
</file>

<file path=customXml/itemProps9.xml><?xml version="1.0" encoding="utf-8"?>
<ds:datastoreItem xmlns:ds="http://schemas.openxmlformats.org/officeDocument/2006/customXml" ds:itemID="{9F0C0281-0754-4C07-B1CB-D9771AB751DC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683dcda1-f8c3-442f-ae64-e236c052732d"/>
    <ds:schemaRef ds:uri="715bde23-c48d-41ea-a697-dffaa8fbae8d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customXml/itemProps10.xml><?xml version="1.0" encoding="utf-8"?>
<ds:datastoreItem xmlns:ds="http://schemas.openxmlformats.org/officeDocument/2006/customXml" ds:itemID="{403BE795-51D5-47B5-B747-A10BFE22AFA8}">
  <ds:schemaRefs/>
</ds:datastoreItem>
</file>

<file path=customXml/itemProps11.xml><?xml version="1.0" encoding="utf-8"?>
<ds:datastoreItem xmlns:ds="http://schemas.openxmlformats.org/officeDocument/2006/customXml" ds:itemID="{1334258C-C3E7-4029-A615-C886A240FB15}">
  <ds:schemaRefs/>
</ds:datastoreItem>
</file>

<file path=docProps/app.xml><?xml version="1.0" encoding="utf-8"?>
<Properties xmlns="http://schemas.openxmlformats.org/officeDocument/2006/extended-properties" xmlns:vt="http://schemas.openxmlformats.org/officeDocument/2006/docPropsVTypes">
  <Template>DTU Template 16_9 - Purple-ENG</Template>
  <TotalTime>592</TotalTime>
  <Words>71</Words>
  <Application>Microsoft Office PowerPoint</Application>
  <PresentationFormat>Custom</PresentationFormat>
  <Paragraphs>41</Paragraphs>
  <Slides>9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9</vt:i4>
      </vt:variant>
    </vt:vector>
  </HeadingPairs>
  <TitlesOfParts>
    <vt:vector size="12" baseType="lpstr">
      <vt:lpstr>Arial</vt:lpstr>
      <vt:lpstr>Verdana</vt:lpstr>
      <vt:lpstr>Blank</vt:lpstr>
      <vt:lpstr>PowerPoint Presentation</vt:lpstr>
      <vt:lpstr>Scaling methods for QTM</vt:lpstr>
      <vt:lpstr>General idea</vt:lpstr>
      <vt:lpstr>Investigate self-energies, z-NGR – onsite</vt:lpstr>
      <vt:lpstr>PowerPoint Presentation</vt:lpstr>
      <vt:lpstr>Armchair, N=12</vt:lpstr>
      <vt:lpstr>PowerPoint Presentation</vt:lpstr>
      <vt:lpstr>PowerPoint Presentation</vt:lpstr>
      <vt:lpstr>Naïve extrapolate: k-NN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Bastian Valhøj Kristensen</dc:creator>
  <cp:lastModifiedBy>Bastian Valhøj Kristensen</cp:lastModifiedBy>
  <cp:revision>7</cp:revision>
  <dcterms:created xsi:type="dcterms:W3CDTF">2026-04-08T09:55:39Z</dcterms:created>
  <dcterms:modified xsi:type="dcterms:W3CDTF">2026-04-08T19:48:36Z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sdIsCodeFreeTemplate">
    <vt:lpwstr>True</vt:lpwstr>
  </property>
  <property fmtid="{D5CDD505-2E9C-101B-9397-08002B2CF9AE}" pid="3" name="TemplafyTimeStamp">
    <vt:lpwstr>2019-06-10T12:57:05.6036816Z</vt:lpwstr>
  </property>
  <property fmtid="{D5CDD505-2E9C-101B-9397-08002B2CF9AE}" pid="4" name="ContentTypeId">
    <vt:lpwstr>0x0101009ADA1FD2B40FDA458284BB6FCA763489</vt:lpwstr>
  </property>
</Properties>
</file>