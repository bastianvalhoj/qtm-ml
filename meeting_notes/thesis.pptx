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25"/>
  </p:notesMasterIdLst>
  <p:handoutMasterIdLst>
    <p:handoutMasterId r:id="rId26"/>
  </p:handoutMasterIdLst>
  <p:sldIdLst>
    <p:sldId id="256" r:id="rId13"/>
    <p:sldId id="260" r:id="rId14"/>
    <p:sldId id="257" r:id="rId15"/>
    <p:sldId id="261" r:id="rId16"/>
    <p:sldId id="262" r:id="rId17"/>
    <p:sldId id="263" r:id="rId18"/>
    <p:sldId id="267" r:id="rId19"/>
    <p:sldId id="266" r:id="rId20"/>
    <p:sldId id="268" r:id="rId21"/>
    <p:sldId id="270" r:id="rId22"/>
    <p:sldId id="271" r:id="rId23"/>
    <p:sldId id="269" r:id="rId24"/>
  </p:sldIdLst>
  <p:sldSz cx="12190413" cy="6858000"/>
  <p:notesSz cx="6858000" cy="9144000"/>
  <p:custDataLst>
    <p:tags r:id="rId27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BCE9E6B-F3C6-42B2-BCF2-26CC7B6F0665}">
          <p14:sldIdLst>
            <p14:sldId id="256"/>
            <p14:sldId id="260"/>
            <p14:sldId id="257"/>
            <p14:sldId id="261"/>
            <p14:sldId id="262"/>
            <p14:sldId id="263"/>
            <p14:sldId id="267"/>
            <p14:sldId id="266"/>
            <p14:sldId id="268"/>
            <p14:sldId id="270"/>
            <p14:sldId id="27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76" autoAdjust="0"/>
  </p:normalViewPr>
  <p:slideViewPr>
    <p:cSldViewPr showGuides="1">
      <p:cViewPr varScale="1">
        <p:scale>
          <a:sx n="147" d="100"/>
          <a:sy n="147" d="100"/>
        </p:scale>
        <p:origin x="822" y="12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9.xml"/><Relationship Id="rId7" Type="http://schemas.openxmlformats.org/officeDocument/2006/relationships/customXml" Target="../customXml/item7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presProps" Target="presProps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9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8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Scaling methods for QTM</a:t>
            </a:r>
            <a:endParaRPr lang="en-GB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/>
          <p:nvPr/>
        </p:nvCxnSpPr>
        <p:spPr bwMode="auto">
          <a:xfrm flipH="1" flipV="1">
            <a:off x="9440367" y="3979069"/>
            <a:ext cx="39215" cy="602059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D85625-E956-74F7-15CE-32E17471CE6F}"/>
              </a:ext>
            </a:extLst>
          </p:cNvPr>
          <p:cNvCxnSpPr>
            <a:cxnSpLocks/>
          </p:cNvCxnSpPr>
          <p:nvPr/>
        </p:nvCxnSpPr>
        <p:spPr bwMode="auto">
          <a:xfrm flipV="1">
            <a:off x="6311230" y="3116529"/>
            <a:ext cx="0" cy="1741190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3E9B68-BF19-15A8-6412-DE6739A74E95}"/>
              </a:ext>
            </a:extLst>
          </p:cNvPr>
          <p:cNvSpPr txBox="1"/>
          <p:nvPr/>
        </p:nvSpPr>
        <p:spPr>
          <a:xfrm>
            <a:off x="9479582" y="4149079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78F5BB-7267-FE0D-8F23-0C9039FD6DD9}"/>
              </a:ext>
            </a:extLst>
          </p:cNvPr>
          <p:cNvSpPr txBox="1"/>
          <p:nvPr/>
        </p:nvSpPr>
        <p:spPr>
          <a:xfrm>
            <a:off x="6357628" y="3429000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z-GNR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42" y="1340768"/>
            <a:ext cx="3888432" cy="9727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16" y="1008079"/>
            <a:ext cx="6874484" cy="553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8582" y="1972247"/>
            <a:ext cx="5562302" cy="3673574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117049" y="3508935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1267F-7F05-55CD-3973-B6AE9746C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534E6E-7932-25B6-FD58-075CDB88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3BFAA2-51AD-DEC5-4F54-9402419651B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96CC9-F33E-3BE2-E5B7-265D3A5000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A01872-B7B7-912F-5E3E-8816084AD6A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900C229F-6939-622D-FE96-2482D7C0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F6D4079-49C8-F8F3-924A-CD1DBEA66A8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algn="l"/>
            <a:r>
              <a:rPr lang="en-US" dirty="0"/>
              <a:t>Pit-falls:</a:t>
            </a: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Number of equivalent pairs scale (sort of) linearly </a:t>
            </a:r>
            <a:r>
              <a:rPr lang="en-US" dirty="0">
                <a:sym typeface="Wingdings" panose="05000000000000000000" pitchFamily="2" charset="2"/>
              </a:rPr>
              <a:t> overweight of corner-neighboring pairs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4-atom corners occupy more space </a:t>
            </a:r>
            <a:r>
              <a:rPr lang="en-US" dirty="0">
                <a:sym typeface="Wingdings" panose="05000000000000000000" pitchFamily="2" charset="2"/>
              </a:rPr>
              <a:t> more edge pairs for this region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1C88CD-2282-306D-8B1E-9E7A1F0079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D76F0D-37E2-8AF3-6BD7-12F94DFE5C40}"/>
              </a:ext>
            </a:extLst>
          </p:cNvPr>
          <p:cNvCxnSpPr/>
          <p:nvPr/>
        </p:nvCxnSpPr>
        <p:spPr bwMode="auto">
          <a:xfrm>
            <a:off x="1355240" y="4221088"/>
            <a:ext cx="1427598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B7DA9E-4E5E-D8AB-4913-A1C7A8D360D4}"/>
              </a:ext>
            </a:extLst>
          </p:cNvPr>
          <p:cNvCxnSpPr/>
          <p:nvPr/>
        </p:nvCxnSpPr>
        <p:spPr bwMode="auto">
          <a:xfrm>
            <a:off x="2864098" y="4190022"/>
            <a:ext cx="422796" cy="2470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865463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E884-C6AB-30FD-C4BF-4C3DF3C9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0FE57-6131-4F12-203A-F754D9373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824BF3-88B5-757F-B9BB-E6D168CB67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C3A0549-390B-D061-E5CD-47047B35A2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6757-1DA5-437F-6123-0C8A56AE2B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4543C-2894-244F-24C5-AD0C42B611A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0E947D9-B4E6-F3FE-AD9F-8D6BBBA94B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310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C88-EE43-D40D-CA12-2994A72B8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Extrapolation</a:t>
            </a:r>
            <a:endParaRPr lang="da-DK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94FC054-ACAC-17FF-DB4F-3C7B7CD9989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414686" y="2924944"/>
            <a:ext cx="4410075" cy="311855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B5FB1ED-71BE-6D35-A153-691BC4DAF4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8147738" y="1398843"/>
            <a:ext cx="3575012" cy="4546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6DCEA-BD3A-93D2-8EDD-9850D566A3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BE7F5-F27B-90CC-4C29-A6F9DF538F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344174-83B8-7305-3339-9924124454A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D792E-7D15-BE25-A7DF-66303694477C}"/>
              </a:ext>
            </a:extLst>
          </p:cNvPr>
          <p:cNvSpPr txBox="1"/>
          <p:nvPr/>
        </p:nvSpPr>
        <p:spPr>
          <a:xfrm>
            <a:off x="8971641" y="912485"/>
            <a:ext cx="144022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a-DK" dirty="0">
                <a:latin typeface="+mn-lt"/>
              </a:rPr>
              <a:t>Using NC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8E0A6-E2A0-10CC-0269-13FC6E0A1298}"/>
              </a:ext>
            </a:extLst>
          </p:cNvPr>
          <p:cNvSpPr txBox="1"/>
          <p:nvPr/>
        </p:nvSpPr>
        <p:spPr>
          <a:xfrm>
            <a:off x="1545085" y="1988840"/>
            <a:ext cx="4010014" cy="543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 err="1">
                <a:latin typeface="+mn-lt"/>
              </a:rPr>
              <a:t>kNN</a:t>
            </a:r>
            <a:r>
              <a:rPr lang="da-DK" dirty="0">
                <a:latin typeface="+mn-lt"/>
              </a:rPr>
              <a:t>: </a:t>
            </a:r>
            <a:r>
              <a:rPr lang="da-DK" dirty="0" err="1">
                <a:latin typeface="+mn-lt"/>
              </a:rPr>
              <a:t>Finding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equivalent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centroids</a:t>
            </a:r>
            <a:endParaRPr lang="da-DK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>
                <a:latin typeface="+mn-lt"/>
              </a:rPr>
              <a:t>In practice: </a:t>
            </a:r>
            <a:r>
              <a:rPr lang="da-DK" dirty="0" err="1">
                <a:latin typeface="+mn-lt"/>
              </a:rPr>
              <a:t>only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one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edge</a:t>
            </a:r>
            <a:r>
              <a:rPr lang="da-DK" dirty="0">
                <a:latin typeface="+mn-lt"/>
              </a:rPr>
              <a:t> at a time</a:t>
            </a:r>
          </a:p>
        </p:txBody>
      </p:sp>
    </p:spTree>
    <p:extLst>
      <p:ext uri="{BB962C8B-B14F-4D97-AF65-F5344CB8AC3E}">
        <p14:creationId xmlns:p14="http://schemas.microsoft.com/office/powerpoint/2010/main" val="2420928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BF9C-AF28-35C5-4296-A31EBD8E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</a:t>
            </a:r>
            <a:r>
              <a:rPr lang="en-US" dirty="0" err="1"/>
              <a:t>kNN</a:t>
            </a:r>
            <a:r>
              <a:rPr lang="en-US" dirty="0"/>
              <a:t> for reduced corner-edge pair influence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A5C2A9-BF3C-1249-E1AA-2032E0858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4287" t="13143" r="10711" b="13638"/>
          <a:stretch>
            <a:fillRect/>
          </a:stretch>
        </p:blipFill>
        <p:spPr bwMode="auto">
          <a:xfrm>
            <a:off x="406574" y="1628800"/>
            <a:ext cx="6563224" cy="4271304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ACDD2-10FE-2183-51A8-DB43B1FE003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08970-D1AB-D116-C600-75A4487E7A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A21B963-7E9A-74CB-41AB-D0E4FC6EAFF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1A152C-6A67-1BC4-4194-A0D9880A2F73}"/>
              </a:ext>
            </a:extLst>
          </p:cNvPr>
          <p:cNvSpPr/>
          <p:nvPr/>
        </p:nvSpPr>
        <p:spPr bwMode="auto">
          <a:xfrm rot="18095783">
            <a:off x="2923291" y="4171908"/>
            <a:ext cx="145171" cy="1273239"/>
          </a:xfrm>
          <a:prstGeom prst="rightBrace">
            <a:avLst>
              <a:gd name="adj1" fmla="val 39418"/>
              <a:gd name="adj2" fmla="val 43830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AEC244-BD84-393F-411C-4FADA120F34B}"/>
              </a:ext>
            </a:extLst>
          </p:cNvPr>
          <p:cNvCxnSpPr>
            <a:stCxn id="11" idx="1"/>
          </p:cNvCxnSpPr>
          <p:nvPr/>
        </p:nvCxnSpPr>
        <p:spPr bwMode="auto">
          <a:xfrm flipV="1">
            <a:off x="2966993" y="4437112"/>
            <a:ext cx="175885" cy="26843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BDABC65-B888-136A-6AA9-B52821ED6EEC}"/>
              </a:ext>
            </a:extLst>
          </p:cNvPr>
          <p:cNvSpPr/>
          <p:nvPr/>
        </p:nvSpPr>
        <p:spPr bwMode="auto">
          <a:xfrm rot="18095783">
            <a:off x="1715035" y="3468665"/>
            <a:ext cx="96169" cy="1215465"/>
          </a:xfrm>
          <a:prstGeom prst="rightBrace">
            <a:avLst>
              <a:gd name="adj1" fmla="val 39418"/>
              <a:gd name="adj2" fmla="val 77242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405748-5E43-8948-32D9-5333DBA31ED0}"/>
              </a:ext>
            </a:extLst>
          </p:cNvPr>
          <p:cNvCxnSpPr>
            <a:cxnSpLocks/>
            <a:stCxn id="17" idx="1"/>
          </p:cNvCxnSpPr>
          <p:nvPr/>
        </p:nvCxnSpPr>
        <p:spPr bwMode="auto">
          <a:xfrm flipV="1">
            <a:off x="2070344" y="4040395"/>
            <a:ext cx="712494" cy="16852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Content Placeholder 10">
            <a:extLst>
              <a:ext uri="{FF2B5EF4-FFF2-40B4-BE49-F238E27FC236}">
                <a16:creationId xmlns:a16="http://schemas.microsoft.com/office/drawing/2014/main" id="{49B553EC-1C86-974B-19E9-451C5681B5D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95" b="-2742"/>
          <a:stretch>
            <a:fillRect/>
          </a:stretch>
        </p:blipFill>
        <p:spPr bwMode="auto">
          <a:xfrm>
            <a:off x="7871299" y="2281519"/>
            <a:ext cx="3859213" cy="287102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287877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11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Props1.xml><?xml version="1.0" encoding="utf-8"?>
<ds:datastoreItem xmlns:ds="http://schemas.openxmlformats.org/officeDocument/2006/customXml" ds:itemID="{ECA1DA60-FB17-4EB5-97F4-62F99A1A733D}">
  <ds:schemaRefs/>
</ds:datastoreItem>
</file>

<file path=customXml/itemProps2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9ED2CA6-29BB-4407-9012-18ED2ECCD16E}">
  <ds:schemaRefs/>
</ds:datastoreItem>
</file>

<file path=customXml/itemProps4.xml><?xml version="1.0" encoding="utf-8"?>
<ds:datastoreItem xmlns:ds="http://schemas.openxmlformats.org/officeDocument/2006/customXml" ds:itemID="{E618FA3B-8A67-40AE-8AE5-229504AB69D3}">
  <ds:schemaRefs/>
</ds:datastoreItem>
</file>

<file path=customXml/itemProps5.xml><?xml version="1.0" encoding="utf-8"?>
<ds:datastoreItem xmlns:ds="http://schemas.openxmlformats.org/officeDocument/2006/customXml" ds:itemID="{3DB14396-8B0C-45B4-9B8F-11E9F605DE89}">
  <ds:schemaRefs/>
</ds:datastoreItem>
</file>

<file path=customXml/itemProps6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7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8.xml><?xml version="1.0" encoding="utf-8"?>
<ds:datastoreItem xmlns:ds="http://schemas.openxmlformats.org/officeDocument/2006/customXml" ds:itemID="{403BE795-51D5-47B5-B747-A10BFE22AFA8}">
  <ds:schemaRefs/>
</ds:datastoreItem>
</file>

<file path=customXml/itemProps9.xml><?xml version="1.0" encoding="utf-8"?>
<ds:datastoreItem xmlns:ds="http://schemas.openxmlformats.org/officeDocument/2006/customXml" ds:itemID="{A24B75EB-8202-4907-9D1E-5F9CF0C29483}">
  <ds:schemaRefs/>
</ds:datastoreItem>
</file>

<file path=customXml/itemProps10.xml><?xml version="1.0" encoding="utf-8"?>
<ds:datastoreItem xmlns:ds="http://schemas.openxmlformats.org/officeDocument/2006/customXml" ds:itemID="{B30A78E7-315B-4170-8116-72928D1FEAD9}">
  <ds:schemaRefs/>
</ds:datastoreItem>
</file>

<file path=customXml/itemProps11.xml><?xml version="1.0" encoding="utf-8"?>
<ds:datastoreItem xmlns:ds="http://schemas.openxmlformats.org/officeDocument/2006/customXml" ds:itemID="{1334258C-C3E7-4029-A615-C886A240FB1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2171</TotalTime>
  <Words>138</Words>
  <Application>Microsoft Office PowerPoint</Application>
  <PresentationFormat>Custom</PresentationFormat>
  <Paragraphs>61</Paragraphs>
  <Slides>12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Verdana</vt:lpstr>
      <vt:lpstr>Wingdings</vt:lpstr>
      <vt:lpstr>Blank</vt:lpstr>
      <vt:lpstr>PowerPoint Presentation</vt:lpstr>
      <vt:lpstr>Scaling methods for QTM</vt:lpstr>
      <vt:lpstr>General idea</vt:lpstr>
      <vt:lpstr>Investigate self-energies, z-GNR – onsite</vt:lpstr>
      <vt:lpstr>PowerPoint Presentation</vt:lpstr>
      <vt:lpstr>Armchair, N=12</vt:lpstr>
      <vt:lpstr>PowerPoint Presentation</vt:lpstr>
      <vt:lpstr>Naïve extrapolate: k-NN</vt:lpstr>
      <vt:lpstr>Naïve extrapolate: k-NN</vt:lpstr>
      <vt:lpstr>PowerPoint Presentation</vt:lpstr>
      <vt:lpstr>Extrapolation</vt:lpstr>
      <vt:lpstr>Adaptive kNN for reduced corner-edge pair influence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13</cp:revision>
  <dcterms:created xsi:type="dcterms:W3CDTF">2026-04-08T09:55:39Z</dcterms:created>
  <dcterms:modified xsi:type="dcterms:W3CDTF">2026-05-08T18:18:09Z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