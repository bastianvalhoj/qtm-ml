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2"/>
  </p:sldMasterIdLst>
  <p:notesMasterIdLst>
    <p:notesMasterId r:id="rId23"/>
  </p:notesMasterIdLst>
  <p:handoutMasterIdLst>
    <p:handoutMasterId r:id="rId24"/>
  </p:handoutMasterIdLst>
  <p:sldIdLst>
    <p:sldId id="256" r:id="rId13"/>
    <p:sldId id="260" r:id="rId14"/>
    <p:sldId id="257" r:id="rId15"/>
    <p:sldId id="261" r:id="rId16"/>
    <p:sldId id="262" r:id="rId17"/>
    <p:sldId id="263" r:id="rId18"/>
    <p:sldId id="267" r:id="rId19"/>
    <p:sldId id="266" r:id="rId20"/>
    <p:sldId id="268" r:id="rId21"/>
    <p:sldId id="269" r:id="rId22"/>
  </p:sldIdLst>
  <p:sldSz cx="12190413" cy="6858000"/>
  <p:notesSz cx="6858000" cy="9144000"/>
  <p:custDataLst>
    <p:tags r:id="rId25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BCE9E6B-F3C6-42B2-BCF2-26CC7B6F0665}">
          <p14:sldIdLst>
            <p14:sldId id="256"/>
            <p14:sldId id="260"/>
            <p14:sldId id="257"/>
            <p14:sldId id="261"/>
            <p14:sldId id="262"/>
            <p14:sldId id="263"/>
            <p14:sldId id="267"/>
            <p14:sldId id="266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38E"/>
    <a:srgbClr val="008737"/>
    <a:srgbClr val="F7BCB3"/>
    <a:srgbClr val="FC7634"/>
    <a:srgbClr val="F6D04D"/>
    <a:srgbClr val="171748"/>
    <a:srgbClr val="1FD082"/>
    <a:srgbClr val="2F3EEA"/>
    <a:srgbClr val="FFFFFF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76" autoAdjust="0"/>
  </p:normalViewPr>
  <p:slideViewPr>
    <p:cSldViewPr showGuides="1">
      <p:cViewPr>
        <p:scale>
          <a:sx n="97" d="100"/>
          <a:sy n="97" d="100"/>
        </p:scale>
        <p:origin x="1110" y="28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9.xml"/><Relationship Id="rId7" Type="http://schemas.openxmlformats.org/officeDocument/2006/relationships/customXml" Target="../customXml/item7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handoutMaster" Target="handoutMasters/handoutMaster1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96946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05568-6052-8CC1-2F0F-7E96F4FBFE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85F0C-D96E-1E47-B5CB-0D44022406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8090D-9E9E-D19F-64E8-48E3721AB6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1092B-FA79-D49E-746F-FF6DB5D4790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522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84AB2-789D-CA6F-1F13-DDE15E0777A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A2F0-05CC-BD72-2EAF-26BDB05FDFF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FD562-C942-35C5-7D0D-385A66B6BC5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64AFAB-198F-4969-6DA5-846B1D959C6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2CE95-4F12-D4A0-AAC9-34618B004C8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-3600"/>
            <a:ext cx="12193200" cy="68616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0800" y="6541200"/>
            <a:ext cx="54972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Title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da-DK" sz="7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Technical University of Denmark</a:t>
            </a:r>
            <a:endParaRPr lang="da-DK" sz="7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63" y="6541200"/>
            <a:ext cx="1104013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498C49-6F56-292E-8610-924B87479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7.xml"/><Relationship Id="rId1" Type="http://schemas.openxmlformats.org/officeDocument/2006/relationships/customXml" Target="../../customXml/item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1.xml"/><Relationship Id="rId1" Type="http://schemas.openxmlformats.org/officeDocument/2006/relationships/customXml" Target="../../customXml/item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8.xml"/><Relationship Id="rId1" Type="http://schemas.openxmlformats.org/officeDocument/2006/relationships/customXml" Target="../../customXml/item4.xml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20772F9-F0FC-4258-943A-483E60A34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3EF6E-BC23-40A0-80D4-1EBE64DC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4D0D3-633D-52CF-E20B-AF56FD889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 dirty="0"/>
          </a:p>
        </p:txBody>
      </p:sp>
    </p:spTree>
    <p:custDataLst>
      <p:custData r:id="rId1"/>
      <p:custData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4358EA-4D5B-461F-997D-DE6729900D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Scaling methods for QTM</a:t>
            </a:r>
            <a:endParaRPr lang="en-GB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8CE6942-A17C-4247-86C6-41FACF7E9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D79507-030C-48B9-4B06-13AEB08862A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AA1A2F8-5ACA-4C54-BB52-D443EC00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General </a:t>
            </a:r>
            <a:r>
              <a:rPr lang="da-DK" dirty="0" err="1"/>
              <a:t>idea</a:t>
            </a:r>
            <a:endParaRPr lang="uk-UA" dirty="0"/>
          </a:p>
        </p:txBody>
      </p:sp>
      <p:sp>
        <p:nvSpPr>
          <p:cNvPr id="10" name="FLD_Presentation Title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53EF8-C81F-6E60-C765-68EF71FC89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12E82F-D60E-3ADF-2BEB-638039808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" y="1706563"/>
            <a:ext cx="9090024" cy="454501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A24B26-AB90-24AD-C1FE-EE04640A79BE}"/>
              </a:ext>
            </a:extLst>
          </p:cNvPr>
          <p:cNvCxnSpPr/>
          <p:nvPr/>
        </p:nvCxnSpPr>
        <p:spPr bwMode="auto">
          <a:xfrm flipH="1" flipV="1">
            <a:off x="9440367" y="3979069"/>
            <a:ext cx="39215" cy="602059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D85625-E956-74F7-15CE-32E17471CE6F}"/>
              </a:ext>
            </a:extLst>
          </p:cNvPr>
          <p:cNvCxnSpPr>
            <a:cxnSpLocks/>
          </p:cNvCxnSpPr>
          <p:nvPr/>
        </p:nvCxnSpPr>
        <p:spPr bwMode="auto">
          <a:xfrm flipV="1">
            <a:off x="6311230" y="3116529"/>
            <a:ext cx="0" cy="1741190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3E9B68-BF19-15A8-6412-DE6739A74E95}"/>
              </a:ext>
            </a:extLst>
          </p:cNvPr>
          <p:cNvSpPr txBox="1"/>
          <p:nvPr/>
        </p:nvSpPr>
        <p:spPr>
          <a:xfrm>
            <a:off x="9479582" y="4149079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78F5BB-7267-FE0D-8F23-0C9039FD6DD9}"/>
              </a:ext>
            </a:extLst>
          </p:cNvPr>
          <p:cNvSpPr txBox="1"/>
          <p:nvPr/>
        </p:nvSpPr>
        <p:spPr>
          <a:xfrm>
            <a:off x="6357628" y="3429000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79638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8A0FA-DC5B-517F-78E1-9F28239B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Investigate self-energies, z-NGR – onsite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8B962-DA23-BA80-8CB1-E7EF7ECFCF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73252-3235-09C7-15D5-2937E84EEC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6EFF73-CAE3-2418-D2D6-DBF088ACC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9" name="Picture 2" descr="0">
            <a:extLst>
              <a:ext uri="{FF2B5EF4-FFF2-40B4-BE49-F238E27FC236}">
                <a16:creationId xmlns:a16="http://schemas.microsoft.com/office/drawing/2014/main" id="{7EDF7058-F745-9621-B365-656E75386FE2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00" y="3284984"/>
            <a:ext cx="5864369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0">
            <a:extLst>
              <a:ext uri="{FF2B5EF4-FFF2-40B4-BE49-F238E27FC236}">
                <a16:creationId xmlns:a16="http://schemas.microsoft.com/office/drawing/2014/main" id="{1C66D9A4-49D0-3836-21ED-E00BF3AAB7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472" y="3284984"/>
            <a:ext cx="5969947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9AE0D87-8720-2CCE-82DF-8A3044183BFF}"/>
              </a:ext>
            </a:extLst>
          </p:cNvPr>
          <p:cNvSpPr txBox="1"/>
          <p:nvPr/>
        </p:nvSpPr>
        <p:spPr>
          <a:xfrm flipH="1">
            <a:off x="1558767" y="2420888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0D8DB-E78D-8A4B-6107-3CB0F4170FCA}"/>
              </a:ext>
            </a:extLst>
          </p:cNvPr>
          <p:cNvSpPr txBox="1"/>
          <p:nvPr/>
        </p:nvSpPr>
        <p:spPr>
          <a:xfrm flipH="1">
            <a:off x="7835376" y="2420887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688201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EBD48-5F5D-AF9F-BFBF-E4B7134A3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42" y="1340768"/>
            <a:ext cx="3888432" cy="97271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7BFD2-F29F-0F23-2C2D-56A69A6BF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881EA-6A9E-7C8F-5EA0-90283A9192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0C040-3215-9785-BE17-31095B5491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B00EDB6-4D44-F818-94D9-C0DF4A37B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616" y="1008079"/>
            <a:ext cx="6874484" cy="553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F38F-A083-9A70-30CF-B09654F4E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898" y="1628800"/>
            <a:ext cx="4559846" cy="972716"/>
          </a:xfrm>
        </p:spPr>
        <p:txBody>
          <a:bodyPr/>
          <a:lstStyle/>
          <a:p>
            <a:r>
              <a:rPr lang="en-US" dirty="0"/>
              <a:t>Armchair, </a:t>
            </a:r>
            <a:r>
              <a:rPr lang="en-US" i="1" dirty="0"/>
              <a:t>N</a:t>
            </a:r>
            <a:r>
              <a:rPr lang="en-US" dirty="0"/>
              <a:t>=12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725C6-82F3-693F-3387-34307E6E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5F16E-B6FB-D34E-871C-95E4DE2661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0E0E82-D593-5129-A5D4-2A9EF26E3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5113F71-1D7F-464E-1F06-60123755E4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912485"/>
            <a:ext cx="7107214" cy="2516515"/>
          </a:xfrm>
          <a:prstGeom prst="rect">
            <a:avLst/>
          </a:prstGeom>
        </p:spPr>
      </p:pic>
      <p:pic>
        <p:nvPicPr>
          <p:cNvPr id="9" name="Content Placeholder 9">
            <a:extLst>
              <a:ext uri="{FF2B5EF4-FFF2-40B4-BE49-F238E27FC236}">
                <a16:creationId xmlns:a16="http://schemas.microsoft.com/office/drawing/2014/main" id="{8079E864-3725-1751-C318-FA90030BFED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3669" y="3802430"/>
            <a:ext cx="7846744" cy="273877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86F1E7D-A67C-F465-75B4-2698634F83BE}"/>
              </a:ext>
            </a:extLst>
          </p:cNvPr>
          <p:cNvSpPr txBox="1">
            <a:spLocks/>
          </p:cNvSpPr>
          <p:nvPr/>
        </p:nvSpPr>
        <p:spPr bwMode="auto">
          <a:xfrm>
            <a:off x="478582" y="4895411"/>
            <a:ext cx="455984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kern="0" dirty="0"/>
              <a:t>Zig-zag, </a:t>
            </a:r>
            <a:r>
              <a:rPr lang="en-US" i="1" kern="0" dirty="0"/>
              <a:t>N</a:t>
            </a:r>
            <a:r>
              <a:rPr lang="en-US" kern="0" dirty="0"/>
              <a:t>=12*2</a:t>
            </a:r>
          </a:p>
        </p:txBody>
      </p:sp>
    </p:spTree>
    <p:extLst>
      <p:ext uri="{BB962C8B-B14F-4D97-AF65-F5344CB8AC3E}">
        <p14:creationId xmlns:p14="http://schemas.microsoft.com/office/powerpoint/2010/main" val="3074260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6D249320-8405-7C5B-DDBC-737010A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00FB7112-E9AA-9509-D808-581AAB3B73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478582" y="1972247"/>
            <a:ext cx="5562302" cy="3673574"/>
          </a:xfrm>
          <a:prstGeom prst="rect">
            <a:avLst/>
          </a:prstGeom>
        </p:spPr>
      </p:pic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55CD8B0-9E8A-162E-6F47-2CD26FD9D7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11C88-4B22-A158-7391-65FFAD805F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10BAC-AA28-4553-3D19-8F816393BF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A045D-8B0C-D7FB-A2CE-313740C95B8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8BD46-CE5B-E654-861D-8098FB0983EB}"/>
              </a:ext>
            </a:extLst>
          </p:cNvPr>
          <p:cNvSpPr txBox="1"/>
          <p:nvPr/>
        </p:nvSpPr>
        <p:spPr>
          <a:xfrm>
            <a:off x="1774726" y="1556792"/>
            <a:ext cx="2160240" cy="4320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endParaRPr lang="en-US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13698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C5F2135-E886-726D-37A2-5569EBDC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9C82E8-0D0A-E42B-CF07-9C6AC48AE1E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0B9FF-A9E5-5018-2286-B105A48E23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C3AB88-2553-C553-23E2-DD21783D48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D84FA644-C5B1-D8C2-BFF2-D8AA41F4F0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-1" b="-1264"/>
          <a:stretch>
            <a:fillRect/>
          </a:stretch>
        </p:blipFill>
        <p:spPr bwMode="auto">
          <a:xfrm>
            <a:off x="8117049" y="3508935"/>
            <a:ext cx="3859213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15CE63BC-1D2B-EFA6-6835-8C13395483D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-1488" t="1097" r="49766" b="-1097"/>
          <a:stretch>
            <a:fillRect/>
          </a:stretch>
        </p:blipFill>
        <p:spPr bwMode="auto">
          <a:xfrm>
            <a:off x="8687494" y="426127"/>
            <a:ext cx="2880320" cy="304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D0BE97E4-9420-4523-7CAF-F9FCCD9A9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Arrow: Bent 22">
            <a:extLst>
              <a:ext uri="{FF2B5EF4-FFF2-40B4-BE49-F238E27FC236}">
                <a16:creationId xmlns:a16="http://schemas.microsoft.com/office/drawing/2014/main" id="{39FE243E-1199-B095-0A91-DA95D2D19D07}"/>
              </a:ext>
            </a:extLst>
          </p:cNvPr>
          <p:cNvSpPr/>
          <p:nvPr/>
        </p:nvSpPr>
        <p:spPr bwMode="auto">
          <a:xfrm rot="10800000">
            <a:off x="7319046" y="2780928"/>
            <a:ext cx="936400" cy="576063"/>
          </a:xfrm>
          <a:prstGeom prst="bentArrow">
            <a:avLst>
              <a:gd name="adj1" fmla="val 15973"/>
              <a:gd name="adj2" fmla="val 21051"/>
              <a:gd name="adj3" fmla="val 46439"/>
              <a:gd name="adj4" fmla="val 21183"/>
            </a:avLst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07A56-C50B-B5D4-B94D-1C0EBAC6E22C}"/>
              </a:ext>
            </a:extLst>
          </p:cNvPr>
          <p:cNvSpPr txBox="1"/>
          <p:nvPr/>
        </p:nvSpPr>
        <p:spPr>
          <a:xfrm>
            <a:off x="8255446" y="2393293"/>
            <a:ext cx="403200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1.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9E18C6-FDCD-9B0A-5CE3-0401B3DC37E6}"/>
              </a:ext>
            </a:extLst>
          </p:cNvPr>
          <p:cNvSpPr txBox="1"/>
          <p:nvPr/>
        </p:nvSpPr>
        <p:spPr>
          <a:xfrm>
            <a:off x="7902898" y="3429000"/>
            <a:ext cx="428302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2.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8AE9D9-F041-113C-8455-0A8A216E3044}"/>
              </a:ext>
            </a:extLst>
          </p:cNvPr>
          <p:cNvSpPr txBox="1"/>
          <p:nvPr/>
        </p:nvSpPr>
        <p:spPr>
          <a:xfrm>
            <a:off x="6746728" y="2206293"/>
            <a:ext cx="428598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246996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1267F-7F05-55CD-3973-B6AE9746C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534E6E-7932-25B6-FD58-075CDB88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3BFAA2-51AD-DEC5-4F54-9402419651B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196CC9-F33E-3BE2-E5B7-265D3A5000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0A01872-B7B7-912F-5E3E-8816084AD6A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900C229F-6939-622D-FE96-2482D7C0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F6D4079-49C8-F8F3-924A-CD1DBEA66A8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algn="l"/>
            <a:r>
              <a:rPr lang="en-US" dirty="0"/>
              <a:t>Pit-falls:</a:t>
            </a: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Number of equivalent pairs scale (sort of) linearly </a:t>
            </a:r>
            <a:r>
              <a:rPr lang="en-US" dirty="0">
                <a:sym typeface="Wingdings" panose="05000000000000000000" pitchFamily="2" charset="2"/>
              </a:rPr>
              <a:t> overweight of corner-neighboring pairs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4-atom corners occupy more space </a:t>
            </a:r>
            <a:r>
              <a:rPr lang="en-US" dirty="0">
                <a:sym typeface="Wingdings" panose="05000000000000000000" pitchFamily="2" charset="2"/>
              </a:rPr>
              <a:t> more edge pairs for this region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1C88CD-2282-306D-8B1E-9E7A1F0079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D76F0D-37E2-8AF3-6BD7-12F94DFE5C40}"/>
              </a:ext>
            </a:extLst>
          </p:cNvPr>
          <p:cNvCxnSpPr/>
          <p:nvPr/>
        </p:nvCxnSpPr>
        <p:spPr bwMode="auto">
          <a:xfrm>
            <a:off x="1355240" y="4221088"/>
            <a:ext cx="1427598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B7DA9E-4E5E-D8AB-4913-A1C7A8D360D4}"/>
              </a:ext>
            </a:extLst>
          </p:cNvPr>
          <p:cNvCxnSpPr/>
          <p:nvPr/>
        </p:nvCxnSpPr>
        <p:spPr bwMode="auto">
          <a:xfrm>
            <a:off x="2864098" y="4190022"/>
            <a:ext cx="422796" cy="24709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865463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8BF9C-AF28-35C5-4296-A31EBD8E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</a:t>
            </a:r>
            <a:r>
              <a:rPr lang="en-US" dirty="0" err="1"/>
              <a:t>kNN</a:t>
            </a:r>
            <a:r>
              <a:rPr lang="en-US" dirty="0"/>
              <a:t> for reduced corner-edge pair influence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616BD-AFEA-51C2-E003-9F8F163E1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1B0247E-BF4F-914E-A199-205A079C003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50ED98A-2745-57DC-1B1A-1697A019F6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ACDD2-10FE-2183-51A8-DB43B1FE003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708970-D1AB-D116-C600-75A4487E7A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A21B963-7E9A-74CB-41AB-D0E4FC6EAFF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78777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9525" cap="flat" cmpd="sng" algn="ctr">
          <a:solidFill>
            <a:schemeClr val="bg2"/>
          </a:solidFill>
          <a:prstDash val="solid"/>
          <a:miter lim="800000"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Purple-ENG.potx" id="{ACB4F171-8EB6-42FF-A886-8AC5C6E12EF9}" vid="{0B6811EE-F439-40C6-B36C-C65F443AAD1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TemplateConfiguration><![CDATA[{"elementsMetadata":[],"transformationConfigurations":[{"language":"{{DocumentLanguage}}","disableUpdates":false,"type":"proofingLanguage"}],"templateName":"DTU Template 16_9 - Purple","templateDescription":"","enableDocumentContentUpdater":true,"version":"1.2"}]]></TemplafyTemplateConfiguration>
</file>

<file path=customXml/item3.xml><?xml version="1.0" encoding="utf-8"?>
<TemplafyFormConfiguration><![CDATA[{"formFields":[{"required":false,"type":"datePicker","name":"Date","label":"Date","helpTexts":{"prefix":"","postfix":""},"spacing":{},"fullyQualifiedName":"Date"},{"required":false,"placeholder":"","lines":0,"type":"textBox","name":"PresentationTitle","label":"Presentation title","helpTexts":{"prefix":"","postfix":""},"spacing":{},"fullyQualifiedName":"PresentationTitle"}],"formDataEntries":[]}]]></Templafy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6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7.xml><?xml version="1.0" encoding="utf-8"?>
<TemplafySlideTemplateConfiguration><![CDATA[{"elementsMetadata":[],"documentContentValidatorConfiguration":{"enableDocumentContentValidator":false,"documentContentValidatorVersion":0},"slideId":"636957682264057965","enableDocumentContentUpdater":true,"version":"1.2"}]]></TemplafySlideTemplateConfiguration>
</file>

<file path=customXml/item8.xml><?xml version="1.0" encoding="utf-8"?>
<TemplafySlideTemplateConfiguration><![CDATA[{"elementsMetadata":[],"documentContentValidatorConfiguration":{"enableDocumentContentValidator":false,"documentContentValidatorVersion":0},"slideId":"636957682264370159","enableDocumentContentUpdater":true,"version":"1.2"}]]></TemplafySlideTemplateConfiguration>
</file>

<file path=customXml/item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10.xml><?xml version="1.0" encoding="utf-8"?>
<TemplafySlideTemplateConfiguration><![CDATA[{"elementsMetadata":[],"documentContentValidatorConfiguration":{"enableDocumentContentValidator":false,"documentContentValidatorVersion":0},"slideId":"636957682264213454","enableDocumentContentUpdater":true,"version":"1.2"}]]></TemplafySlideTemplateConfiguration>
</file>

<file path=customXml/item1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A24B75EB-8202-4907-9D1E-5F9CF0C29483}">
  <ds:schemaRefs/>
</ds:datastoreItem>
</file>

<file path=customXml/itemProps2.xml><?xml version="1.0" encoding="utf-8"?>
<ds:datastoreItem xmlns:ds="http://schemas.openxmlformats.org/officeDocument/2006/customXml" ds:itemID="{1334258C-C3E7-4029-A615-C886A240FB15}">
  <ds:schemaRefs/>
</ds:datastoreItem>
</file>

<file path=customXml/itemProps3.xml><?xml version="1.0" encoding="utf-8"?>
<ds:datastoreItem xmlns:ds="http://schemas.openxmlformats.org/officeDocument/2006/customXml" ds:itemID="{69ED2CA6-29BB-4407-9012-18ED2ECCD16E}">
  <ds:schemaRefs/>
</ds:datastoreItem>
</file>

<file path=customXml/itemProps4.xml><?xml version="1.0" encoding="utf-8"?>
<ds:datastoreItem xmlns:ds="http://schemas.openxmlformats.org/officeDocument/2006/customXml" ds:itemID="{403BE795-51D5-47B5-B747-A10BFE22AFA8}">
  <ds:schemaRefs/>
</ds:datastoreItem>
</file>

<file path=customXml/itemProps5.xml><?xml version="1.0" encoding="utf-8"?>
<ds:datastoreItem xmlns:ds="http://schemas.openxmlformats.org/officeDocument/2006/customXml" ds:itemID="{3FAD9687-A325-465A-822F-98C7D264CFD7}">
  <ds:schemaRefs>
    <ds:schemaRef ds:uri="http://schemas.microsoft.com/sharepoint/v3/contenttype/forms"/>
  </ds:schemaRefs>
</ds:datastoreItem>
</file>

<file path=customXml/itemProps6.xml><?xml version="1.0" encoding="utf-8"?>
<ds:datastoreItem xmlns:ds="http://schemas.openxmlformats.org/officeDocument/2006/customXml" ds:itemID="{9F0C0281-0754-4C07-B1CB-D9771AB751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7.xml><?xml version="1.0" encoding="utf-8"?>
<ds:datastoreItem xmlns:ds="http://schemas.openxmlformats.org/officeDocument/2006/customXml" ds:itemID="{ECA1DA60-FB17-4EB5-97F4-62F99A1A733D}">
  <ds:schemaRefs/>
</ds:datastoreItem>
</file>

<file path=customXml/itemProps8.xml><?xml version="1.0" encoding="utf-8"?>
<ds:datastoreItem xmlns:ds="http://schemas.openxmlformats.org/officeDocument/2006/customXml" ds:itemID="{3DB14396-8B0C-45B4-9B8F-11E9F605DE89}">
  <ds:schemaRefs/>
</ds:datastoreItem>
</file>

<file path=customXml/itemProps9.xml><?xml version="1.0" encoding="utf-8"?>
<ds:datastoreItem xmlns:ds="http://schemas.openxmlformats.org/officeDocument/2006/customXml" ds:itemID="{C7696DC1-7A22-4198-A4D1-783EAEBC6DD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10.xml><?xml version="1.0" encoding="utf-8"?>
<ds:datastoreItem xmlns:ds="http://schemas.openxmlformats.org/officeDocument/2006/customXml" ds:itemID="{B30A78E7-315B-4170-8116-72928D1FEAD9}">
  <ds:schemaRefs/>
</ds:datastoreItem>
</file>

<file path=customXml/itemProps11.xml><?xml version="1.0" encoding="utf-8"?>
<ds:datastoreItem xmlns:ds="http://schemas.openxmlformats.org/officeDocument/2006/customXml" ds:itemID="{E618FA3B-8A67-40AE-8AE5-229504AB69D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Template 16_9 - Purple-ENG</Template>
  <TotalTime>1984</TotalTime>
  <Words>115</Words>
  <Application>Microsoft Office PowerPoint</Application>
  <PresentationFormat>Custom</PresentationFormat>
  <Paragraphs>51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Verdana</vt:lpstr>
      <vt:lpstr>Wingdings</vt:lpstr>
      <vt:lpstr>Blank</vt:lpstr>
      <vt:lpstr>PowerPoint Presentation</vt:lpstr>
      <vt:lpstr>Scaling methods for QTM</vt:lpstr>
      <vt:lpstr>General idea</vt:lpstr>
      <vt:lpstr>Investigate self-energies, z-NGR – onsite</vt:lpstr>
      <vt:lpstr>PowerPoint Presentation</vt:lpstr>
      <vt:lpstr>Armchair, N=12</vt:lpstr>
      <vt:lpstr>PowerPoint Presentation</vt:lpstr>
      <vt:lpstr>Naïve extrapolate: k-NN</vt:lpstr>
      <vt:lpstr>Naïve extrapolate: k-NN</vt:lpstr>
      <vt:lpstr>Adaptive kNN for reduced corner-edge pair influence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9</cp:revision>
  <dcterms:created xsi:type="dcterms:W3CDTF">2026-04-08T09:55:39Z</dcterms:created>
  <dcterms:modified xsi:type="dcterms:W3CDTF">2026-04-10T09:49:54Z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dIsCodeFreeTemplate">
    <vt:lpwstr>True</vt:lpwstr>
  </property>
  <property fmtid="{D5CDD505-2E9C-101B-9397-08002B2CF9AE}" pid="3" name="TemplafyTimeStamp">
    <vt:lpwstr>2019-06-10T12:57:05.6036816Z</vt:lpwstr>
  </property>
  <property fmtid="{D5CDD505-2E9C-101B-9397-08002B2CF9AE}" pid="4" name="ContentTypeId">
    <vt:lpwstr>0x0101009ADA1FD2B40FDA458284BB6FCA763489</vt:lpwstr>
  </property>
</Properties>
</file>