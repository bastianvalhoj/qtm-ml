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5" r:id="rId7"/>
    <p:sldId id="259" r:id="rId8"/>
    <p:sldId id="258" r:id="rId9"/>
    <p:sldId id="260" r:id="rId10"/>
    <p:sldId id="266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BB7E2-8549-59B2-B0B8-9EBABF82F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36208-5CE8-0860-BF96-320ADC5DB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DDB12-3192-8BB2-1D32-7F401F570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E20E0-0747-1B04-F34F-A1DB60A4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6E506-B696-594E-5E12-8654F41F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9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4345-931F-3563-C416-79B441C6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76861-5063-E8E8-CA32-EAC532A84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C31B1-6EEF-8FC8-FC2C-E4519D6BD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77E94-AA06-DF6A-902D-D0C2C0406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70D69-3D29-B559-9E68-01AD5775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4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CFE5-642D-8428-0035-75BE4290F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3C702-EB88-E495-2A9B-281B9A056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CFCB8-52CA-0DE7-A223-1D4C557D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F398E-8F6E-14E9-8D87-8D8AC671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4667-3AC8-58C0-AA66-E06EE5900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04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67A77-40AC-71A3-ACF5-E9E4ECE0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2216F-87A8-8E97-15BF-0EAEB6BC95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84B2EA-20FF-AA30-146A-0C20B85C6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05E1D-F79A-01DB-57EF-59D4674C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13780-D038-9B8D-4752-2A415922B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0FB2E-751D-1DC4-F999-74A52A629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9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F3D3B-D253-1531-47D8-81EB214E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36FE9-AF2C-55A7-9D4F-94AFDD0AB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6ED38-FA97-6F31-7242-3F6701646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22D4B-BD36-35C7-85B4-E54502989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3682A-8E12-E29B-7B1C-BEE3E2A68E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7A7D2B-CD8F-12FB-3D86-E8EC34247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826305-6E1E-C7D1-021C-FA3E1727E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A92C1-E723-7FBB-C3C3-33DA699D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59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F295-E8EE-0B8B-4BB3-D8E7D803C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F2FDEA-B505-08CD-63FF-CE2DC852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05EE43-AB4E-0386-1AF2-A4DD38B9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3AAC0-3346-9C4B-E2A5-CB850403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7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C02C1A-F1C3-FBD0-9069-DF34BF6F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48B774-DD4B-05CF-A29D-7891ECE93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1F1CE-F1E9-6B0D-6E74-300F0073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8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5BE42-51D4-0C39-985A-81AD3373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A6F82-0C96-5A7C-FF0D-F7B0CA753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E5779-4D14-E467-31C3-F88C805E8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5FABB-90B8-018B-D23B-E60ADAB56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1FF61-55E0-447A-8425-C31FC856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44583-5742-2A87-8A99-2D13667E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132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638B-8AE2-4205-6775-1A92A3FEA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E2A5C2-0B1A-91EF-228E-9E30393AC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209B-8D19-AB57-2F05-1C989440A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E4286-CF7A-9FA5-7EA1-ED3DB201D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60858-0652-3508-07FA-82C2AFAA3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D469C-7FFB-7E0D-024C-8FF1D86B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9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A60E8-940C-63D8-66AC-95B3AD3D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B234D1-D1C9-9C5F-2EE5-57FD1F14D7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2B5F1-ECF9-C33D-D439-EFCA2A7E1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F9459-F378-3828-327A-312747CD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BE81-9ED2-67E6-11BB-D1F691CAA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6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5A656E-00DB-E2B3-C31B-07A7ABEDD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DEAC1C-F336-1367-7A2C-6F7DF5DF7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509B-4908-2736-0791-E6E44651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8C0A8-21EA-4FA0-BE0B-67F3178B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A4911-B19F-FC5F-7BDA-04FC8F67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3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851387-A6C8-0BA6-2C75-8BD9CFAD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3D655-36BD-DE8B-34E8-7522DBA74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A330A-6164-8854-7554-4F7A5FBED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3AD31-BB2E-40F5-82E9-D96EB5B1234D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956F4-50C5-80BB-99A1-795673741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A4240-B767-499F-E0F7-6C3A40295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A19E8-DF94-4B04-B23A-D92D6C2C3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9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B08A0-28D2-B4A8-9FBC-C7FEDD38A7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Issue: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C7D7B4-BC0D-1DA5-94DB-4C53C377E9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71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3F1944-8105-C04A-6C8F-90634B3C0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Issue: </a:t>
            </a:r>
            <a:br>
              <a:rPr lang="en-US" dirty="0"/>
            </a:br>
            <a:r>
              <a:rPr lang="en-US" dirty="0"/>
              <a:t>Is the ‘erratic’ coupling RSE due to the other edges?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F180C-64C5-0945-F501-105309E53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N=9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5FCB69-B8D1-2557-7F16-F46CD1567C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N=21</a:t>
            </a:r>
          </a:p>
        </p:txBody>
      </p:sp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F7CEAC1A-382C-84A8-12B1-D89B71B8EA9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88" y="3248690"/>
            <a:ext cx="5157787" cy="2197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0">
            <a:extLst>
              <a:ext uri="{FF2B5EF4-FFF2-40B4-BE49-F238E27FC236}">
                <a16:creationId xmlns:a16="http://schemas.microsoft.com/office/drawing/2014/main" id="{15874499-C96F-A936-44AC-007FBA35410D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262805"/>
            <a:ext cx="5183188" cy="216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11F612C-2312-A221-604A-60107BD3CC9E}"/>
              </a:ext>
            </a:extLst>
          </p:cNvPr>
          <p:cNvSpPr/>
          <p:nvPr/>
        </p:nvSpPr>
        <p:spPr>
          <a:xfrm>
            <a:off x="1380744" y="3429000"/>
            <a:ext cx="896112" cy="1655064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4E99F0-D7C9-4815-E060-6AB615E551AE}"/>
              </a:ext>
            </a:extLst>
          </p:cNvPr>
          <p:cNvSpPr/>
          <p:nvPr/>
        </p:nvSpPr>
        <p:spPr>
          <a:xfrm>
            <a:off x="6194427" y="3248690"/>
            <a:ext cx="1215451" cy="209140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14AB5F2-FD7B-DC43-D5FB-60244A109154}"/>
              </a:ext>
            </a:extLst>
          </p:cNvPr>
          <p:cNvSpPr/>
          <p:nvPr/>
        </p:nvSpPr>
        <p:spPr>
          <a:xfrm rot="2371579">
            <a:off x="3945742" y="3254471"/>
            <a:ext cx="456760" cy="134415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BE56DF6-1B5D-D8C3-4610-DF65D19F233C}"/>
              </a:ext>
            </a:extLst>
          </p:cNvPr>
          <p:cNvSpPr/>
          <p:nvPr/>
        </p:nvSpPr>
        <p:spPr>
          <a:xfrm rot="2371579">
            <a:off x="9319366" y="3254471"/>
            <a:ext cx="456760" cy="134415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1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2438E-E780-12C5-39D6-BBD9BFC4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DF1E7-0E66-7E4B-EC80-198C2E204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Armchair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193B8C0-08E4-FA72-4979-632C9D000E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788809"/>
            <a:ext cx="5157787" cy="311711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84194F-1C99-8AB1-A78D-A390DFD31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Zig-zag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5878BD0-222C-BFDE-D6D6-41C3A5DE1F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719965"/>
            <a:ext cx="5183188" cy="325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16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1A2B-F03C-2DF7-2423-67980189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87F0-BEF4-1E11-C791-610765B4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18A8D-1E12-325C-7751-DB6A16FE7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Armchair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2FE803-0B6B-FF94-7D28-7DEE8584AC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788809"/>
            <a:ext cx="5157787" cy="311711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7CCBBE-6BCA-D19A-F39E-31E0FC2B2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Zig-zag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1881EF0-D382-71DB-70D0-9C68CC71232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719965"/>
            <a:ext cx="5183188" cy="325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2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FC2DC-51C4-E72D-0C43-C65CB3525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5F2A-871C-C09F-A049-8D2C25C3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9F6DA-2EC0-7E4C-CE35-FB76400A3D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Armchair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A3FE7B4-58E3-EA88-EA6B-1316C6C358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9788" y="2788809"/>
            <a:ext cx="5157787" cy="311711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4F7C4D-5C15-3A80-0B22-6BC2FA584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Zig-zag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3B7858B-F3C0-B0CD-6F1D-4610084E547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2719965"/>
            <a:ext cx="5183188" cy="325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6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3E940-7BE5-782D-356E-238D4E58A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2A8A5-4362-4AA9-11D0-D8217E973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C0060-9E5D-EC54-E6BF-B23A711689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CC9654-5D4C-5C33-F985-5FD7897F0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CFDC7-4A24-D7E2-CB9E-9CD616F94E4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5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ADE8-B779-0867-0167-1F1E1B61C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Issue: </a:t>
            </a:r>
            <a:br>
              <a:rPr lang="en-US" dirty="0"/>
            </a:br>
            <a:r>
              <a:rPr lang="en-US" dirty="0"/>
              <a:t>Which is optimal for the problem: a- or z-GNR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DCF4C-EFAE-3641-81FF-D6C776755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71151" y="1896197"/>
            <a:ext cx="2439121" cy="823912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Armchair, N=12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4567CF-C664-DC73-40A7-1CF87512FD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-2993" y="1550018"/>
            <a:ext cx="7429029" cy="263046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4657D-9996-9059-DE0E-78D87CDF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37734" y="5710121"/>
            <a:ext cx="2443018" cy="823912"/>
          </a:xfrm>
        </p:spPr>
        <p:txBody>
          <a:bodyPr/>
          <a:lstStyle/>
          <a:p>
            <a:r>
              <a:rPr lang="en-US" dirty="0"/>
              <a:t>Zig-zag, N=12*2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2CE74D4-6866-0071-5B8C-8EEF18A76A3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8455" y="4137891"/>
            <a:ext cx="7613545" cy="265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222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BAB7E-55E7-5C0B-58CD-5791459C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Issue: </a:t>
            </a:r>
            <a:br>
              <a:rPr lang="en-US" dirty="0"/>
            </a:br>
            <a:r>
              <a:rPr lang="en-US" dirty="0"/>
              <a:t>How does edge center on-site change with 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AC6A27-B22C-A660-7AD7-376E03F896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170" y="1960669"/>
            <a:ext cx="7218661" cy="476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86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87EA-9F85-6CAB-BDDB-950ACFC90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111CD-AD52-1B44-E31D-47677E6FE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calculation again</a:t>
            </a:r>
            <a:br>
              <a:rPr lang="en-US" dirty="0"/>
            </a:br>
            <a:r>
              <a:rPr lang="en-US" dirty="0"/>
              <a:t>smaller steps : 4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D10E34A-77A6-B2A3-261E-E7C5575AB1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1171" y="1960669"/>
            <a:ext cx="6364576" cy="420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21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C7B4-122A-EB31-4393-45754C01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extrapolation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16CA7-E664-8F65-2EA5-B0DD18AF2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FF8BB6-4BF3-1CB7-303D-D8E83DE24F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BFEC2-3471-B68F-AC33-49FBAAA1D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5E82F-93EE-8979-4553-45D71578C07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61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2368</TotalTime>
  <Words>80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Issue: </vt:lpstr>
      <vt:lpstr>Issue:  Is the ‘erratic’ coupling RSE due to the other edges?</vt:lpstr>
      <vt:lpstr>BS</vt:lpstr>
      <vt:lpstr>BS</vt:lpstr>
      <vt:lpstr>BS</vt:lpstr>
      <vt:lpstr>PowerPoint Presentation</vt:lpstr>
      <vt:lpstr>Issue:  Which is optimal for the problem: a- or z-GNR</vt:lpstr>
      <vt:lpstr>Issue:  How does edge center on-site change with N</vt:lpstr>
      <vt:lpstr>Same calculation again smaller steps : 4  2</vt:lpstr>
      <vt:lpstr>Naïve extrapolation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Bastian Valhøj Kristensen</dc:creator>
  <cp:lastModifiedBy>Bastian Valhøj Kristensen</cp:lastModifiedBy>
  <cp:revision>8</cp:revision>
  <dcterms:created xsi:type="dcterms:W3CDTF">2026-03-19T14:10:56Z</dcterms:created>
  <dcterms:modified xsi:type="dcterms:W3CDTF">2026-04-08T19:33:11Z</dcterms:modified>
</cp:coreProperties>
</file>